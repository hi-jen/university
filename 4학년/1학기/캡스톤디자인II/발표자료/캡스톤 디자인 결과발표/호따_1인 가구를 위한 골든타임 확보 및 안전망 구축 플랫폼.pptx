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38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3.png"/><Relationship Id="rId3" Type="http://schemas.openxmlformats.org/officeDocument/2006/relationships/image" Target="../media/image8.png"/><Relationship Id="rId21" Type="http://schemas.openxmlformats.org/officeDocument/2006/relationships/image" Target="../media/image5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2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8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2" Type="http://schemas.openxmlformats.org/officeDocument/2006/relationships/image" Target="../media/image55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10.png"/><Relationship Id="rId9" Type="http://schemas.openxmlformats.org/officeDocument/2006/relationships/image" Target="../media/image36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8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4.png"/><Relationship Id="rId3" Type="http://schemas.openxmlformats.org/officeDocument/2006/relationships/image" Target="../media/image86.png"/><Relationship Id="rId7" Type="http://schemas.openxmlformats.org/officeDocument/2006/relationships/image" Target="../media/image10.png"/><Relationship Id="rId12" Type="http://schemas.openxmlformats.org/officeDocument/2006/relationships/image" Target="../media/image9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36.png"/><Relationship Id="rId5" Type="http://schemas.openxmlformats.org/officeDocument/2006/relationships/image" Target="../media/image88.png"/><Relationship Id="rId15" Type="http://schemas.openxmlformats.org/officeDocument/2006/relationships/image" Target="../media/image5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Relationship Id="rId14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6.png"/><Relationship Id="rId21" Type="http://schemas.openxmlformats.org/officeDocument/2006/relationships/image" Target="../media/image110.png"/><Relationship Id="rId7" Type="http://schemas.openxmlformats.org/officeDocument/2006/relationships/image" Target="../media/image3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8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00.png"/><Relationship Id="rId24" Type="http://schemas.openxmlformats.org/officeDocument/2006/relationships/image" Target="../media/image113.png"/><Relationship Id="rId5" Type="http://schemas.openxmlformats.org/officeDocument/2006/relationships/image" Target="../media/image97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39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43.png"/><Relationship Id="rId21" Type="http://schemas.openxmlformats.org/officeDocument/2006/relationships/image" Target="../media/image130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5.png"/><Relationship Id="rId2" Type="http://schemas.openxmlformats.org/officeDocument/2006/relationships/image" Target="../media/image8.png"/><Relationship Id="rId16" Type="http://schemas.openxmlformats.org/officeDocument/2006/relationships/image" Target="../media/image126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24" Type="http://schemas.openxmlformats.org/officeDocument/2006/relationships/image" Target="../media/image36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23" Type="http://schemas.openxmlformats.org/officeDocument/2006/relationships/image" Target="../media/image132.png"/><Relationship Id="rId10" Type="http://schemas.openxmlformats.org/officeDocument/2006/relationships/image" Target="../media/image120.png"/><Relationship Id="rId19" Type="http://schemas.openxmlformats.org/officeDocument/2006/relationships/image" Target="../media/image1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1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39.png"/><Relationship Id="rId5" Type="http://schemas.openxmlformats.org/officeDocument/2006/relationships/image" Target="../media/image135.png"/><Relationship Id="rId10" Type="http://schemas.openxmlformats.org/officeDocument/2006/relationships/image" Target="../media/image138.png"/><Relationship Id="rId4" Type="http://schemas.openxmlformats.org/officeDocument/2006/relationships/image" Target="../media/image134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7.png"/><Relationship Id="rId3" Type="http://schemas.openxmlformats.org/officeDocument/2006/relationships/image" Target="../media/image133.png"/><Relationship Id="rId7" Type="http://schemas.openxmlformats.org/officeDocument/2006/relationships/image" Target="../media/image142.png"/><Relationship Id="rId12" Type="http://schemas.openxmlformats.org/officeDocument/2006/relationships/image" Target="../media/image14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5.png"/><Relationship Id="rId5" Type="http://schemas.openxmlformats.org/officeDocument/2006/relationships/image" Target="../media/image135.png"/><Relationship Id="rId15" Type="http://schemas.openxmlformats.org/officeDocument/2006/relationships/image" Target="../media/image5.png"/><Relationship Id="rId10" Type="http://schemas.openxmlformats.org/officeDocument/2006/relationships/image" Target="../media/image36.png"/><Relationship Id="rId4" Type="http://schemas.openxmlformats.org/officeDocument/2006/relationships/image" Target="../media/image134.png"/><Relationship Id="rId9" Type="http://schemas.openxmlformats.org/officeDocument/2006/relationships/image" Target="../media/image144.png"/><Relationship Id="rId14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18" Type="http://schemas.openxmlformats.org/officeDocument/2006/relationships/image" Target="../media/image160.png"/><Relationship Id="rId3" Type="http://schemas.openxmlformats.org/officeDocument/2006/relationships/image" Target="../media/image8.png"/><Relationship Id="rId21" Type="http://schemas.openxmlformats.org/officeDocument/2006/relationships/image" Target="../media/image162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59.png"/><Relationship Id="rId2" Type="http://schemas.openxmlformats.org/officeDocument/2006/relationships/image" Target="../media/image96.png"/><Relationship Id="rId16" Type="http://schemas.openxmlformats.org/officeDocument/2006/relationships/image" Target="../media/image36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59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19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69.png"/><Relationship Id="rId18" Type="http://schemas.openxmlformats.org/officeDocument/2006/relationships/image" Target="../media/image162.png"/><Relationship Id="rId3" Type="http://schemas.openxmlformats.org/officeDocument/2006/relationships/image" Target="../media/image8.png"/><Relationship Id="rId7" Type="http://schemas.openxmlformats.org/officeDocument/2006/relationships/image" Target="../media/image165.png"/><Relationship Id="rId12" Type="http://schemas.openxmlformats.org/officeDocument/2006/relationships/image" Target="../media/image168.png"/><Relationship Id="rId17" Type="http://schemas.openxmlformats.org/officeDocument/2006/relationships/image" Target="../media/image5.png"/><Relationship Id="rId2" Type="http://schemas.openxmlformats.org/officeDocument/2006/relationships/image" Target="../media/image163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67.png"/><Relationship Id="rId5" Type="http://schemas.openxmlformats.org/officeDocument/2006/relationships/image" Target="../media/image59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19" Type="http://schemas.openxmlformats.org/officeDocument/2006/relationships/image" Target="../media/image171.gif"/><Relationship Id="rId4" Type="http://schemas.openxmlformats.org/officeDocument/2006/relationships/image" Target="../media/image142.png"/><Relationship Id="rId9" Type="http://schemas.openxmlformats.org/officeDocument/2006/relationships/image" Target="../media/image166.png"/><Relationship Id="rId14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8.png"/><Relationship Id="rId18" Type="http://schemas.openxmlformats.org/officeDocument/2006/relationships/image" Target="../media/image179.png"/><Relationship Id="rId3" Type="http://schemas.openxmlformats.org/officeDocument/2006/relationships/image" Target="../media/image8.png"/><Relationship Id="rId7" Type="http://schemas.openxmlformats.org/officeDocument/2006/relationships/image" Target="../media/image173.png"/><Relationship Id="rId12" Type="http://schemas.openxmlformats.org/officeDocument/2006/relationships/image" Target="../media/image177.png"/><Relationship Id="rId17" Type="http://schemas.openxmlformats.org/officeDocument/2006/relationships/image" Target="../media/image5.png"/><Relationship Id="rId2" Type="http://schemas.openxmlformats.org/officeDocument/2006/relationships/image" Target="../media/image137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6.png"/><Relationship Id="rId5" Type="http://schemas.openxmlformats.org/officeDocument/2006/relationships/image" Target="../media/image59.png"/><Relationship Id="rId15" Type="http://schemas.openxmlformats.org/officeDocument/2006/relationships/image" Target="../media/image159.png"/><Relationship Id="rId10" Type="http://schemas.openxmlformats.org/officeDocument/2006/relationships/image" Target="../media/image153.png"/><Relationship Id="rId19" Type="http://schemas.openxmlformats.org/officeDocument/2006/relationships/image" Target="../media/image180.png"/><Relationship Id="rId4" Type="http://schemas.openxmlformats.org/officeDocument/2006/relationships/image" Target="../media/image10.png"/><Relationship Id="rId9" Type="http://schemas.openxmlformats.org/officeDocument/2006/relationships/image" Target="../media/image175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3.png"/><Relationship Id="rId18" Type="http://schemas.openxmlformats.org/officeDocument/2006/relationships/image" Target="../media/image185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9.png"/><Relationship Id="rId12" Type="http://schemas.openxmlformats.org/officeDocument/2006/relationships/image" Target="../media/image153.png"/><Relationship Id="rId17" Type="http://schemas.openxmlformats.org/officeDocument/2006/relationships/image" Target="../media/image5.png"/><Relationship Id="rId2" Type="http://schemas.openxmlformats.org/officeDocument/2006/relationships/video" Target="https://www.youtube.com/embed/ia3DMRVpRow?feature=oembed" TargetMode="External"/><Relationship Id="rId16" Type="http://schemas.openxmlformats.org/officeDocument/2006/relationships/image" Target="../media/image36.png"/><Relationship Id="rId1" Type="http://schemas.openxmlformats.org/officeDocument/2006/relationships/video" Target="https://www.youtube.com/embed/0ObgMYZ8k-M?feature=oembed" TargetMode="External"/><Relationship Id="rId6" Type="http://schemas.openxmlformats.org/officeDocument/2006/relationships/image" Target="../media/image10.png"/><Relationship Id="rId11" Type="http://schemas.openxmlformats.org/officeDocument/2006/relationships/image" Target="../media/image182.png"/><Relationship Id="rId5" Type="http://schemas.openxmlformats.org/officeDocument/2006/relationships/image" Target="../media/image8.png"/><Relationship Id="rId15" Type="http://schemas.openxmlformats.org/officeDocument/2006/relationships/image" Target="../media/image158.png"/><Relationship Id="rId10" Type="http://schemas.openxmlformats.org/officeDocument/2006/relationships/image" Target="../media/image151.png"/><Relationship Id="rId19" Type="http://schemas.openxmlformats.org/officeDocument/2006/relationships/image" Target="../media/image186.jpeg"/><Relationship Id="rId4" Type="http://schemas.openxmlformats.org/officeDocument/2006/relationships/image" Target="../media/image137.png"/><Relationship Id="rId9" Type="http://schemas.openxmlformats.org/officeDocument/2006/relationships/image" Target="../media/image165.png"/><Relationship Id="rId14" Type="http://schemas.openxmlformats.org/officeDocument/2006/relationships/image" Target="../media/image18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1.png"/><Relationship Id="rId18" Type="http://schemas.openxmlformats.org/officeDocument/2006/relationships/image" Target="../media/image194.png"/><Relationship Id="rId3" Type="http://schemas.openxmlformats.org/officeDocument/2006/relationships/image" Target="../media/image8.png"/><Relationship Id="rId7" Type="http://schemas.openxmlformats.org/officeDocument/2006/relationships/image" Target="../media/image187.png"/><Relationship Id="rId12" Type="http://schemas.openxmlformats.org/officeDocument/2006/relationships/image" Target="../media/image190.png"/><Relationship Id="rId17" Type="http://schemas.openxmlformats.org/officeDocument/2006/relationships/image" Target="../media/image193.png"/><Relationship Id="rId2" Type="http://schemas.openxmlformats.org/officeDocument/2006/relationships/image" Target="../media/image137.png"/><Relationship Id="rId16" Type="http://schemas.openxmlformats.org/officeDocument/2006/relationships/image" Target="../media/image1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image" Target="../media/image189.png"/><Relationship Id="rId5" Type="http://schemas.openxmlformats.org/officeDocument/2006/relationships/image" Target="../media/image59.png"/><Relationship Id="rId15" Type="http://schemas.openxmlformats.org/officeDocument/2006/relationships/image" Target="../media/image5.png"/><Relationship Id="rId10" Type="http://schemas.openxmlformats.org/officeDocument/2006/relationships/image" Target="../media/image153.png"/><Relationship Id="rId4" Type="http://schemas.openxmlformats.org/officeDocument/2006/relationships/image" Target="../media/image10.png"/><Relationship Id="rId9" Type="http://schemas.openxmlformats.org/officeDocument/2006/relationships/image" Target="../media/image152.pn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34.png"/><Relationship Id="rId7" Type="http://schemas.openxmlformats.org/officeDocument/2006/relationships/image" Target="../media/image19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37.png"/><Relationship Id="rId10" Type="http://schemas.openxmlformats.org/officeDocument/2006/relationships/image" Target="../media/image196.png"/><Relationship Id="rId4" Type="http://schemas.openxmlformats.org/officeDocument/2006/relationships/image" Target="../media/image135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4.png"/><Relationship Id="rId18" Type="http://schemas.openxmlformats.org/officeDocument/2006/relationships/image" Target="../media/image208.png"/><Relationship Id="rId26" Type="http://schemas.openxmlformats.org/officeDocument/2006/relationships/image" Target="../media/image216.png"/><Relationship Id="rId3" Type="http://schemas.openxmlformats.org/officeDocument/2006/relationships/image" Target="../media/image137.png"/><Relationship Id="rId21" Type="http://schemas.openxmlformats.org/officeDocument/2006/relationships/image" Target="../media/image211.png"/><Relationship Id="rId7" Type="http://schemas.openxmlformats.org/officeDocument/2006/relationships/image" Target="../media/image200.png"/><Relationship Id="rId12" Type="http://schemas.openxmlformats.org/officeDocument/2006/relationships/image" Target="../media/image203.png"/><Relationship Id="rId17" Type="http://schemas.openxmlformats.org/officeDocument/2006/relationships/image" Target="../media/image207.png"/><Relationship Id="rId25" Type="http://schemas.openxmlformats.org/officeDocument/2006/relationships/image" Target="../media/image215.png"/><Relationship Id="rId2" Type="http://schemas.openxmlformats.org/officeDocument/2006/relationships/image" Target="../media/image8.png"/><Relationship Id="rId16" Type="http://schemas.openxmlformats.org/officeDocument/2006/relationships/image" Target="../media/image5.png"/><Relationship Id="rId20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11" Type="http://schemas.openxmlformats.org/officeDocument/2006/relationships/image" Target="../media/image202.png"/><Relationship Id="rId24" Type="http://schemas.openxmlformats.org/officeDocument/2006/relationships/image" Target="../media/image214.png"/><Relationship Id="rId5" Type="http://schemas.openxmlformats.org/officeDocument/2006/relationships/image" Target="../media/image198.png"/><Relationship Id="rId15" Type="http://schemas.openxmlformats.org/officeDocument/2006/relationships/image" Target="../media/image206.png"/><Relationship Id="rId23" Type="http://schemas.openxmlformats.org/officeDocument/2006/relationships/image" Target="../media/image213.png"/><Relationship Id="rId10" Type="http://schemas.openxmlformats.org/officeDocument/2006/relationships/image" Target="../media/image36.png"/><Relationship Id="rId19" Type="http://schemas.openxmlformats.org/officeDocument/2006/relationships/image" Target="../media/image209.png"/><Relationship Id="rId4" Type="http://schemas.openxmlformats.org/officeDocument/2006/relationships/image" Target="../media/image197.png"/><Relationship Id="rId9" Type="http://schemas.openxmlformats.org/officeDocument/2006/relationships/image" Target="../media/image201.png"/><Relationship Id="rId14" Type="http://schemas.openxmlformats.org/officeDocument/2006/relationships/image" Target="../media/image205.png"/><Relationship Id="rId22" Type="http://schemas.openxmlformats.org/officeDocument/2006/relationships/image" Target="../media/image2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0" y="12357100"/>
            <a:ext cx="202311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5676900"/>
            <a:ext cx="18249900" cy="118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11023600"/>
            <a:ext cx="71628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4965700"/>
            <a:ext cx="8458200" cy="71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77000" y="53213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0" y="2819400"/>
            <a:ext cx="5753100" cy="1018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0" y="2819400"/>
            <a:ext cx="5753100" cy="1018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2819400"/>
            <a:ext cx="57531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819400"/>
            <a:ext cx="5753100" cy="1018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939800"/>
            <a:ext cx="35179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3060700"/>
            <a:ext cx="38100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300" y="3162300"/>
            <a:ext cx="27813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7100" y="3060700"/>
            <a:ext cx="3810000" cy="1016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5100" y="3162300"/>
            <a:ext cx="27813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96900" y="3060700"/>
            <a:ext cx="3810000" cy="101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17600" y="3162300"/>
            <a:ext cx="27813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16700" y="3060700"/>
            <a:ext cx="3810000" cy="101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7400" y="3162300"/>
            <a:ext cx="27813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1700" y="4432300"/>
            <a:ext cx="1981200" cy="198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27300" y="4800600"/>
            <a:ext cx="1257300" cy="1257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100" y="6769100"/>
            <a:ext cx="5219700" cy="609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100" y="7734300"/>
            <a:ext cx="52197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100" y="8331200"/>
            <a:ext cx="5219700" cy="402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0" y="4432300"/>
            <a:ext cx="1981200" cy="198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65900" y="6769100"/>
            <a:ext cx="5219700" cy="609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65900" y="7734300"/>
            <a:ext cx="5219700" cy="25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8255000"/>
            <a:ext cx="5245100" cy="4178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211300" y="4432300"/>
            <a:ext cx="1981200" cy="198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85700" y="6769100"/>
            <a:ext cx="5219700" cy="609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98400" y="7734300"/>
            <a:ext cx="5219700" cy="25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522200" y="8255000"/>
            <a:ext cx="5346700" cy="4025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231100" y="4432300"/>
            <a:ext cx="1981200" cy="198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18200" y="6769100"/>
            <a:ext cx="5219700" cy="609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618200" y="7734300"/>
            <a:ext cx="5219700" cy="2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618200" y="8255000"/>
            <a:ext cx="5219700" cy="4025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808200" y="4851400"/>
            <a:ext cx="787400" cy="1143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59800" y="4826000"/>
            <a:ext cx="1244600" cy="12446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828000" y="4851400"/>
            <a:ext cx="787400" cy="11430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2692400"/>
            <a:ext cx="7683500" cy="1047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692400"/>
            <a:ext cx="76835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149600"/>
            <a:ext cx="4826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3149600"/>
            <a:ext cx="70612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4559300"/>
            <a:ext cx="73533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08400" y="2692400"/>
            <a:ext cx="7683500" cy="1047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46500" y="11925300"/>
            <a:ext cx="7696200" cy="1092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0100" y="12293600"/>
            <a:ext cx="7569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83100" y="3149600"/>
            <a:ext cx="61595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00" y="12103100"/>
            <a:ext cx="76327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" y="939800"/>
            <a:ext cx="42926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88400" y="4622800"/>
            <a:ext cx="6845300" cy="1181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65600" y="4622800"/>
            <a:ext cx="6794500" cy="1181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2200" y="6426200"/>
            <a:ext cx="6985000" cy="533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764000" y="6426200"/>
            <a:ext cx="6985000" cy="533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400" y="6426200"/>
            <a:ext cx="6985000" cy="533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0" y="2844800"/>
            <a:ext cx="6223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933700"/>
            <a:ext cx="57023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939800"/>
            <a:ext cx="50546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5400" y="2895600"/>
            <a:ext cx="2603500" cy="774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5100" y="2933700"/>
            <a:ext cx="51308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00" y="4521200"/>
            <a:ext cx="57150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" y="5600700"/>
            <a:ext cx="238252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9400" y="6311900"/>
            <a:ext cx="23825200" cy="1104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400" y="6311900"/>
            <a:ext cx="5715000" cy="952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9400" y="7391400"/>
            <a:ext cx="238252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8089900"/>
            <a:ext cx="5715000" cy="952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" y="9169400"/>
            <a:ext cx="238252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9400" y="9880600"/>
            <a:ext cx="57150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400" y="10883900"/>
            <a:ext cx="238252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400" y="11658600"/>
            <a:ext cx="5715000" cy="876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400" y="12661900"/>
            <a:ext cx="23876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01100" y="4673600"/>
            <a:ext cx="6769100" cy="711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2100" y="6451600"/>
            <a:ext cx="6134100" cy="71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1000" y="8229600"/>
            <a:ext cx="3314700" cy="71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8300" y="10020300"/>
            <a:ext cx="5778500" cy="711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58300" y="11811000"/>
            <a:ext cx="5994400" cy="711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259300" y="4673600"/>
            <a:ext cx="6223000" cy="71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056100" y="6451600"/>
            <a:ext cx="6616700" cy="711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802100" y="8229600"/>
            <a:ext cx="7137400" cy="711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725900" y="10020300"/>
            <a:ext cx="7315200" cy="711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70400" y="11811000"/>
            <a:ext cx="6388100" cy="71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44700" y="13004800"/>
            <a:ext cx="22313900" cy="330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1700" y="2844800"/>
            <a:ext cx="6223000" cy="889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5700" y="2933700"/>
            <a:ext cx="5702300" cy="711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259300" y="2844800"/>
            <a:ext cx="6223000" cy="889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526000" y="2933700"/>
            <a:ext cx="5702300" cy="711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300" y="2882900"/>
            <a:ext cx="9931400" cy="993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0" y="7404100"/>
            <a:ext cx="1308100" cy="59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5100" y="11811000"/>
            <a:ext cx="1193800" cy="59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939800"/>
            <a:ext cx="17716500" cy="123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0200" y="5753100"/>
            <a:ext cx="1651000" cy="165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60600" y="7404100"/>
            <a:ext cx="1308100" cy="59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0" y="5130800"/>
            <a:ext cx="4953000" cy="502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6500" y="10160000"/>
            <a:ext cx="16510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82800" y="5753100"/>
            <a:ext cx="1651000" cy="165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8400" y="2692400"/>
            <a:ext cx="76835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939800"/>
            <a:ext cx="8356600" cy="1231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692400"/>
            <a:ext cx="7683500" cy="1047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692400"/>
            <a:ext cx="76835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10655300"/>
            <a:ext cx="7162800" cy="2019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6100" y="2997200"/>
            <a:ext cx="3022600" cy="850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3009900"/>
            <a:ext cx="3022600" cy="800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5900" y="5257800"/>
            <a:ext cx="3695700" cy="510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900" y="7950200"/>
            <a:ext cx="6299200" cy="440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6200" y="2997200"/>
            <a:ext cx="3022600" cy="850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16200" y="3009900"/>
            <a:ext cx="30226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745200" y="2997200"/>
            <a:ext cx="3022600" cy="850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45200" y="3009900"/>
            <a:ext cx="3022600" cy="800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4500" y="4127500"/>
            <a:ext cx="48260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77300" y="4127500"/>
            <a:ext cx="6692900" cy="825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51400" y="4064000"/>
            <a:ext cx="5422900" cy="177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57500" y="5181600"/>
            <a:ext cx="2540000" cy="2540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1200" y="12484100"/>
            <a:ext cx="6819900" cy="558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675100" y="10655300"/>
            <a:ext cx="7162800" cy="2019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764000" y="6565900"/>
            <a:ext cx="69850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5359400" y="2768600"/>
            <a:ext cx="330200" cy="645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8453100" y="2806700"/>
            <a:ext cx="330200" cy="637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-5400000">
            <a:off x="11925300" y="2768600"/>
            <a:ext cx="330200" cy="645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1874500" y="6565900"/>
            <a:ext cx="635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42000" y="6565900"/>
            <a:ext cx="6350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7200" y="7620000"/>
            <a:ext cx="50419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000" y="7620000"/>
            <a:ext cx="50673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38000" y="6642100"/>
            <a:ext cx="5080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80100" y="6642100"/>
            <a:ext cx="571500" cy="495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3400" y="9359900"/>
            <a:ext cx="4889500" cy="927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1000" y="9359900"/>
            <a:ext cx="5842000" cy="92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52800" y="9359900"/>
            <a:ext cx="5613400" cy="927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7000" y="6565900"/>
            <a:ext cx="6350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0500" y="6642100"/>
            <a:ext cx="508000" cy="495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319500" y="7620000"/>
            <a:ext cx="5080000" cy="71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6400" y="939800"/>
            <a:ext cx="6045200" cy="1231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5000" y="3594100"/>
            <a:ext cx="2159000" cy="2159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12500" y="3594100"/>
            <a:ext cx="2159000" cy="215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780000" y="3594100"/>
            <a:ext cx="2159000" cy="2159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3733800"/>
            <a:ext cx="3987800" cy="7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5981700"/>
            <a:ext cx="3987800" cy="72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8242300"/>
            <a:ext cx="3987800" cy="72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10502900"/>
            <a:ext cx="3987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" y="939800"/>
            <a:ext cx="20383500" cy="1231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0" y="11569700"/>
            <a:ext cx="165100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0" y="3111500"/>
            <a:ext cx="23495000" cy="749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3733800"/>
            <a:ext cx="3987800" cy="7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5981700"/>
            <a:ext cx="3987800" cy="72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8242300"/>
            <a:ext cx="3987800" cy="72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939800"/>
            <a:ext cx="20383500" cy="123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3111500"/>
            <a:ext cx="23495000" cy="749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" y="11036300"/>
            <a:ext cx="23495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30400" y="12014200"/>
            <a:ext cx="736600" cy="660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4100" y="12014200"/>
            <a:ext cx="736600" cy="660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2900" y="11849100"/>
            <a:ext cx="1028700" cy="977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11772900"/>
            <a:ext cx="10655300" cy="133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77800" y="11772900"/>
            <a:ext cx="10655300" cy="1333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" y="939800"/>
            <a:ext cx="108712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90600" y="4140200"/>
            <a:ext cx="3898900" cy="736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834100" y="4140200"/>
            <a:ext cx="3898900" cy="736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399999">
            <a:off x="14401800" y="7874000"/>
            <a:ext cx="7620000" cy="114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38600" y="4140200"/>
            <a:ext cx="3898900" cy="736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00" y="12090400"/>
            <a:ext cx="106553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77800" y="12077700"/>
            <a:ext cx="106553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" y="939800"/>
            <a:ext cx="128397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38600" y="4140200"/>
            <a:ext cx="3898900" cy="7366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F1D3A8B-8A0F-7710-3013-80C37CDEB48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062" y="4141470"/>
            <a:ext cx="3602038" cy="723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76200"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" y="939800"/>
            <a:ext cx="10439400" cy="1231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8600" y="4279900"/>
            <a:ext cx="3898900" cy="736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68700" y="4292600"/>
            <a:ext cx="3898900" cy="736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2090400"/>
            <a:ext cx="10655300" cy="711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77800" y="12077700"/>
            <a:ext cx="106553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" y="939800"/>
            <a:ext cx="4292600" cy="1231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20" name="온라인 미디어 19" title="호따 LifeLine Normal Mode 시연 영상">
            <a:hlinkClick r:id="" action="ppaction://media"/>
            <a:extLst>
              <a:ext uri="{FF2B5EF4-FFF2-40B4-BE49-F238E27FC236}">
                <a16:creationId xmlns:a16="http://schemas.microsoft.com/office/drawing/2014/main" id="{471D3316-6487-D3F6-BDD6-7D4053C7EDE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8"/>
          <a:stretch>
            <a:fillRect/>
          </a:stretch>
        </p:blipFill>
        <p:spPr>
          <a:xfrm>
            <a:off x="16059150" y="4621587"/>
            <a:ext cx="4305300" cy="7620000"/>
          </a:xfrm>
          <a:prstGeom prst="rect">
            <a:avLst/>
          </a:prstGeom>
        </p:spPr>
      </p:pic>
      <p:pic>
        <p:nvPicPr>
          <p:cNvPr id="21" name="온라인 미디어 20" title="호따 LifeLine Easy Mode 시연 영상">
            <a:hlinkClick r:id="" action="ppaction://media"/>
            <a:extLst>
              <a:ext uri="{FF2B5EF4-FFF2-40B4-BE49-F238E27FC236}">
                <a16:creationId xmlns:a16="http://schemas.microsoft.com/office/drawing/2014/main" id="{463394AD-967B-9019-419D-2B96C49D8EEF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19"/>
          <a:stretch>
            <a:fillRect/>
          </a:stretch>
        </p:blipFill>
        <p:spPr>
          <a:xfrm>
            <a:off x="3829050" y="4621587"/>
            <a:ext cx="4305300" cy="76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" y="939800"/>
            <a:ext cx="7810500" cy="1231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9500" y="4076700"/>
            <a:ext cx="9817100" cy="8547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95300" y="4076700"/>
            <a:ext cx="9817100" cy="386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95300" y="8775700"/>
            <a:ext cx="98044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5981700"/>
            <a:ext cx="3987800" cy="7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8242300"/>
            <a:ext cx="3987800" cy="72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939800"/>
            <a:ext cx="45339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9000" y="2743200"/>
            <a:ext cx="20066000" cy="101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100" y="4241800"/>
            <a:ext cx="8559800" cy="829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997200"/>
            <a:ext cx="3022600" cy="850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200" y="3060700"/>
            <a:ext cx="2603500" cy="774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" y="939800"/>
            <a:ext cx="101092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7937500"/>
            <a:ext cx="762000" cy="889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1400" y="7874000"/>
            <a:ext cx="1016000" cy="1016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4900" y="11341100"/>
            <a:ext cx="889000" cy="1092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1400" y="4406900"/>
            <a:ext cx="1016000" cy="889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7900" y="6172200"/>
            <a:ext cx="1143000" cy="1143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31400" y="9626600"/>
            <a:ext cx="1016000" cy="101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357100" y="2692400"/>
            <a:ext cx="11772900" cy="1047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713200" y="3035300"/>
            <a:ext cx="3022600" cy="850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929100" y="3098800"/>
            <a:ext cx="2603500" cy="77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26000" y="4762500"/>
            <a:ext cx="1422400" cy="1422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7792700" y="8547100"/>
            <a:ext cx="889000" cy="88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392400" y="9626600"/>
            <a:ext cx="5753100" cy="128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78100" y="6350000"/>
            <a:ext cx="5918200" cy="128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26000" y="7797800"/>
            <a:ext cx="1498600" cy="596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526000" y="11087100"/>
            <a:ext cx="16510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0" y="5549900"/>
            <a:ext cx="8051800" cy="260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3169900"/>
            <a:ext cx="1231900" cy="546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1905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0" y="0"/>
            <a:ext cx="12065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2438400"/>
            <a:ext cx="4864100" cy="347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사용자 지정</PresentationFormat>
  <Paragraphs>0</Paragraphs>
  <Slides>17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영훈 권</cp:lastModifiedBy>
  <cp:revision>2</cp:revision>
  <dcterms:created xsi:type="dcterms:W3CDTF">2006-08-16T00:00:00Z</dcterms:created>
  <dcterms:modified xsi:type="dcterms:W3CDTF">2026-06-06T16:25:32Z</dcterms:modified>
</cp:coreProperties>
</file>