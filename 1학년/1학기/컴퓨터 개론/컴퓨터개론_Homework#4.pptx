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7" autoAdjust="0"/>
    <p:restoredTop sz="86364" autoAdjust="0"/>
  </p:normalViewPr>
  <p:slideViewPr>
    <p:cSldViewPr snapToGrid="0" snapToObjects="1" showGuides="1">
      <p:cViewPr varScale="1">
        <p:scale>
          <a:sx n="51" d="100"/>
          <a:sy n="51" d="100"/>
        </p:scale>
        <p:origin x="2472" y="62"/>
      </p:cViewPr>
      <p:guideLst>
        <p:guide orient="horz" pos="312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권 영훈" userId="38950a39f3f80031" providerId="LiveId" clId="{C5B1FDD0-8FFF-4CD9-92F6-96E1E4F5CC3D}"/>
    <pc:docChg chg="modSld">
      <pc:chgData name="권 영훈" userId="38950a39f3f80031" providerId="LiveId" clId="{C5B1FDD0-8FFF-4CD9-92F6-96E1E4F5CC3D}" dt="2021-04-14T17:24:39.137" v="14" actId="20577"/>
      <pc:docMkLst>
        <pc:docMk/>
      </pc:docMkLst>
      <pc:sldChg chg="modSp mod">
        <pc:chgData name="권 영훈" userId="38950a39f3f80031" providerId="LiveId" clId="{C5B1FDD0-8FFF-4CD9-92F6-96E1E4F5CC3D}" dt="2021-04-14T17:24:39.137" v="14" actId="20577"/>
        <pc:sldMkLst>
          <pc:docMk/>
          <pc:sldMk cId="2935071058" sldId="256"/>
        </pc:sldMkLst>
        <pc:spChg chg="mod">
          <ac:chgData name="권 영훈" userId="38950a39f3f80031" providerId="LiveId" clId="{C5B1FDD0-8FFF-4CD9-92F6-96E1E4F5CC3D}" dt="2021-04-14T17:24:39.137" v="14" actId="20577"/>
          <ac:spMkLst>
            <pc:docMk/>
            <pc:sldMk cId="2935071058" sldId="256"/>
            <ac:spMk id="31" creationId="{81A633F5-8DDA-3846-8BCB-5A7F382FC62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04/15/2021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290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04/15/2021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842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04/15/2021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69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04/15/2021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357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04/15/2021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323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04/15/2021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00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04/15/2021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713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04/15/2021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298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04/15/2021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3135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04/15/2021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466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04/15/2021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285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93533-4FA2-F14B-AEA2-5287B408F2EF}" type="datetimeFigureOut">
              <a:rPr kumimoji="1" lang="ko-Kore-KR" altLang="en-US" smtClean="0"/>
              <a:t>04/15/2021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556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ADD0B4-9759-2A40-90CA-C0781B782D3B}"/>
              </a:ext>
            </a:extLst>
          </p:cNvPr>
          <p:cNvSpPr txBox="1"/>
          <p:nvPr/>
        </p:nvSpPr>
        <p:spPr>
          <a:xfrm>
            <a:off x="211015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학번</a:t>
            </a:r>
            <a:r>
              <a:rPr kumimoji="1" lang="en-US" altLang="ko-KR" sz="1400" dirty="0">
                <a:latin typeface="+mn-ea"/>
              </a:rPr>
              <a:t>: 20213032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75A5A-0598-C643-A746-1B33D408F356}"/>
              </a:ext>
            </a:extLst>
          </p:cNvPr>
          <p:cNvSpPr txBox="1"/>
          <p:nvPr/>
        </p:nvSpPr>
        <p:spPr>
          <a:xfrm>
            <a:off x="2811194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이름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권영훈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F2EE9-395E-484A-B61F-3F5A3BC9AD01}"/>
              </a:ext>
            </a:extLst>
          </p:cNvPr>
          <p:cNvSpPr txBox="1"/>
          <p:nvPr/>
        </p:nvSpPr>
        <p:spPr>
          <a:xfrm>
            <a:off x="211009" y="727134"/>
            <a:ext cx="6400803" cy="418535"/>
          </a:xfrm>
          <a:prstGeom prst="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컴퓨터개론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(2021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학년도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학기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Homework#4</a:t>
            </a:r>
            <a:endParaRPr kumimoji="1" lang="ko-Kore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5F9D5-6837-5A45-B395-C440E680ECB4}"/>
              </a:ext>
            </a:extLst>
          </p:cNvPr>
          <p:cNvSpPr txBox="1"/>
          <p:nvPr/>
        </p:nvSpPr>
        <p:spPr>
          <a:xfrm>
            <a:off x="211011" y="1243840"/>
            <a:ext cx="6400804" cy="7591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+mn-ea"/>
              </a:rPr>
              <a:t>소프트웨어가 다른 산업을 지배하거나 변화시키는 사례는 점차 증가하고 있습니다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ko-KR" altLang="en-US" sz="1400" dirty="0">
                <a:latin typeface="+mn-ea"/>
              </a:rPr>
              <a:t>카카오톡의 경우를 예로 들어 변화의 예를 설명하시오</a:t>
            </a:r>
            <a:r>
              <a:rPr kumimoji="1" lang="en-US" altLang="ko-KR" sz="1400" dirty="0">
                <a:latin typeface="+mn-ea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A633F5-8DDA-3846-8BCB-5A7F382FC62F}"/>
              </a:ext>
            </a:extLst>
          </p:cNvPr>
          <p:cNvSpPr txBox="1"/>
          <p:nvPr/>
        </p:nvSpPr>
        <p:spPr>
          <a:xfrm>
            <a:off x="229167" y="7910285"/>
            <a:ext cx="6442224" cy="1768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ko-KR" sz="1400" dirty="0">
                <a:latin typeface="+mn-ea"/>
              </a:rPr>
              <a:t>1) </a:t>
            </a:r>
            <a:r>
              <a:rPr kumimoji="1" lang="ko-KR" altLang="en-US" sz="1400" dirty="0">
                <a:latin typeface="+mn-ea"/>
              </a:rPr>
              <a:t>언어번역</a:t>
            </a:r>
            <a:endParaRPr kumimoji="1" lang="en-US" altLang="ko-KR" sz="1400" dirty="0">
              <a:latin typeface="+mn-ea"/>
            </a:endParaRP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2) </a:t>
            </a:r>
            <a:r>
              <a:rPr kumimoji="1" lang="ko-KR" altLang="en-US" sz="1400" dirty="0">
                <a:latin typeface="+mn-ea"/>
              </a:rPr>
              <a:t>프로그래밍</a:t>
            </a:r>
            <a:endParaRPr kumimoji="1" lang="en-US" altLang="ko-KR" sz="1400" dirty="0">
              <a:latin typeface="+mn-ea"/>
            </a:endParaRP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3</a:t>
            </a:r>
            <a:r>
              <a:rPr kumimoji="1" lang="en-US" altLang="ko-KR" sz="1400">
                <a:latin typeface="+mn-ea"/>
              </a:rPr>
              <a:t>)  Python</a:t>
            </a:r>
            <a:endParaRPr kumimoji="1" lang="en-US" altLang="ko-KR" sz="1400" dirty="0">
              <a:latin typeface="+mn-ea"/>
            </a:endParaRP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4)</a:t>
            </a:r>
            <a:r>
              <a:rPr kumimoji="1" lang="ko-KR" altLang="en-US" sz="1400" dirty="0">
                <a:latin typeface="+mn-ea"/>
              </a:rPr>
              <a:t>  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ko-KR" altLang="en-US" sz="1400" dirty="0" err="1">
                <a:latin typeface="+mn-ea"/>
              </a:rPr>
              <a:t>디스코드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),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인스타그램 </a:t>
            </a:r>
            <a:r>
              <a:rPr kumimoji="1" lang="en-US" altLang="ko-KR" sz="1400" dirty="0">
                <a:latin typeface="+mn-ea"/>
              </a:rPr>
              <a:t>),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유튜브 </a:t>
            </a:r>
            <a:r>
              <a:rPr kumimoji="1" lang="en-US" altLang="ko-KR" sz="1400" dirty="0">
                <a:latin typeface="+mn-ea"/>
              </a:rPr>
              <a:t>)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03A259-6850-2646-A193-41EA0A7AEC1E}"/>
              </a:ext>
            </a:extLst>
          </p:cNvPr>
          <p:cNvSpPr txBox="1"/>
          <p:nvPr/>
        </p:nvSpPr>
        <p:spPr>
          <a:xfrm>
            <a:off x="229166" y="5389932"/>
            <a:ext cx="6442225" cy="25203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marL="230188" indent="-230188">
              <a:buAutoNum type="arabicParenR"/>
            </a:pPr>
            <a:r>
              <a:rPr kumimoji="1" lang="ko-KR" altLang="en-US" sz="1400" dirty="0">
                <a:latin typeface="+mn-ea"/>
              </a:rPr>
              <a:t>컴파일러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인터프리터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어셈블러는 모두 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   </a:t>
            </a:r>
            <a:r>
              <a:rPr kumimoji="1" lang="en-US" altLang="ko-KR" sz="1400" dirty="0">
                <a:latin typeface="+mn-ea"/>
              </a:rPr>
              <a:t>) </a:t>
            </a:r>
            <a:r>
              <a:rPr kumimoji="1" lang="ko-KR" altLang="en-US" sz="1400" dirty="0">
                <a:latin typeface="+mn-ea"/>
              </a:rPr>
              <a:t>프로그램이 속한다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pPr marL="230188" indent="-230188"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FontTx/>
              <a:buAutoNum type="arabicParenR"/>
            </a:pPr>
            <a:r>
              <a:rPr kumimoji="1" lang="ko-KR" altLang="en-US" sz="1400" dirty="0">
                <a:latin typeface="+mn-ea"/>
              </a:rPr>
              <a:t>컴퓨터를 통해 어떤 목적을 달성하기 위한 수단으로서 프로그램을 작성하는 일을 코딩 또는 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      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이라 한다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pPr marL="230188" indent="-230188">
              <a:buFontTx/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FontTx/>
              <a:buAutoNum type="arabicParenR"/>
            </a:pPr>
            <a:r>
              <a:rPr kumimoji="1" lang="ko-KR" altLang="en-US" sz="1400" dirty="0">
                <a:latin typeface="+mn-ea"/>
              </a:rPr>
              <a:t>절차적 언어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객체지향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그리고 함수적 언어의 특징을 모두 포함하고 있는 프로그래밍 언어는 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      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이다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pPr marL="230188" indent="-230188">
              <a:buFontTx/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AutoNum type="arabicParenR"/>
            </a:pPr>
            <a:r>
              <a:rPr kumimoji="1" lang="ko-KR" altLang="en-US" sz="1400" dirty="0">
                <a:latin typeface="+mn-ea"/>
              </a:rPr>
              <a:t>개인 스마트폰에서 주로 활용하고 있는 앱</a:t>
            </a:r>
            <a:r>
              <a:rPr kumimoji="1" lang="en-US" altLang="ko-KR" sz="1400" dirty="0">
                <a:latin typeface="+mn-ea"/>
              </a:rPr>
              <a:t>(app)</a:t>
            </a:r>
            <a:r>
              <a:rPr kumimoji="1" lang="ko-KR" altLang="en-US" sz="1400" dirty="0">
                <a:latin typeface="+mn-ea"/>
              </a:rPr>
              <a:t>  </a:t>
            </a:r>
            <a:r>
              <a:rPr kumimoji="1" lang="en-US" altLang="ko-KR" sz="1400" dirty="0">
                <a:latin typeface="+mn-ea"/>
              </a:rPr>
              <a:t>3</a:t>
            </a:r>
            <a:r>
              <a:rPr kumimoji="1" lang="ko-KR" altLang="en-US" sz="1400" dirty="0">
                <a:latin typeface="+mn-ea"/>
              </a:rPr>
              <a:t>가지를 </a:t>
            </a:r>
            <a:r>
              <a:rPr kumimoji="1" lang="ko-KR" altLang="en-US" sz="1400" dirty="0" err="1">
                <a:latin typeface="+mn-ea"/>
              </a:rPr>
              <a:t>나열하시오</a:t>
            </a:r>
            <a:r>
              <a:rPr kumimoji="1" lang="en-US" altLang="ko-KR" sz="1400" dirty="0">
                <a:latin typeface="+mn-ea"/>
              </a:rPr>
              <a:t>.</a:t>
            </a:r>
            <a:endParaRPr kumimoji="1" lang="ko-KR" altLang="en-US" sz="1400" dirty="0"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8D1148-B17E-804F-AF6A-14511DAAE1CB}"/>
              </a:ext>
            </a:extLst>
          </p:cNvPr>
          <p:cNvSpPr txBox="1"/>
          <p:nvPr/>
        </p:nvSpPr>
        <p:spPr>
          <a:xfrm>
            <a:off x="229166" y="2169578"/>
            <a:ext cx="6442225" cy="32203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ko-Kore-KR" sz="1400" dirty="0">
                <a:latin typeface="+mn-ea"/>
              </a:rPr>
              <a:t>…</a:t>
            </a:r>
          </a:p>
          <a:p>
            <a:r>
              <a:rPr kumimoji="1" lang="ko-KR" altLang="en-US" sz="1400" dirty="0">
                <a:latin typeface="+mn-ea"/>
              </a:rPr>
              <a:t>카카오톡은 카카오의 김범수 의장에 의해 설립되었다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김범수 의장은 한게임과 네이버의 창립 멤버라고 한다</a:t>
            </a:r>
            <a:r>
              <a:rPr kumimoji="1" lang="en-US" altLang="ko-KR" sz="1400" dirty="0">
                <a:latin typeface="+mn-ea"/>
              </a:rPr>
              <a:t>.)</a:t>
            </a:r>
          </a:p>
          <a:p>
            <a:r>
              <a:rPr kumimoji="1" lang="ko-KR" altLang="en-US" sz="1400" dirty="0">
                <a:latin typeface="+mn-ea"/>
              </a:rPr>
              <a:t>아무튼 카카오 아지트라는 프로그램을 만든 뒤 한달 뒤 카카오톡을 만들게 된다</a:t>
            </a:r>
            <a:r>
              <a:rPr kumimoji="1" lang="en-US" altLang="ko-KR" sz="1400" dirty="0">
                <a:latin typeface="+mn-ea"/>
              </a:rPr>
              <a:t>. (</a:t>
            </a:r>
            <a:r>
              <a:rPr kumimoji="1" lang="ko-KR" altLang="en-US" sz="1400" dirty="0">
                <a:latin typeface="+mn-ea"/>
              </a:rPr>
              <a:t>기획자 </a:t>
            </a:r>
            <a:r>
              <a:rPr kumimoji="1" lang="en-US" altLang="ko-KR" sz="1400" dirty="0">
                <a:latin typeface="+mn-ea"/>
              </a:rPr>
              <a:t>1</a:t>
            </a:r>
            <a:r>
              <a:rPr kumimoji="1" lang="ko-KR" altLang="en-US" sz="1400" dirty="0">
                <a:latin typeface="+mn-ea"/>
              </a:rPr>
              <a:t>명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개발자 </a:t>
            </a:r>
            <a:r>
              <a:rPr kumimoji="1" lang="en-US" altLang="ko-KR" sz="1400" dirty="0">
                <a:latin typeface="+mn-ea"/>
              </a:rPr>
              <a:t>2</a:t>
            </a:r>
            <a:r>
              <a:rPr kumimoji="1" lang="ko-KR" altLang="en-US" sz="1400" dirty="0">
                <a:latin typeface="+mn-ea"/>
              </a:rPr>
              <a:t>명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디자이너 </a:t>
            </a:r>
            <a:r>
              <a:rPr kumimoji="1" lang="en-US" altLang="ko-KR" sz="1400" dirty="0">
                <a:latin typeface="+mn-ea"/>
              </a:rPr>
              <a:t>1</a:t>
            </a:r>
            <a:r>
              <a:rPr kumimoji="1" lang="ko-KR" altLang="en-US" sz="1400" dirty="0">
                <a:latin typeface="+mn-ea"/>
              </a:rPr>
              <a:t>명 총 </a:t>
            </a:r>
            <a:r>
              <a:rPr kumimoji="1" lang="en-US" altLang="ko-KR" sz="1400" dirty="0">
                <a:latin typeface="+mn-ea"/>
              </a:rPr>
              <a:t>4</a:t>
            </a:r>
            <a:r>
              <a:rPr kumimoji="1" lang="ko-KR" altLang="en-US" sz="1400" dirty="0">
                <a:latin typeface="+mn-ea"/>
              </a:rPr>
              <a:t>명이서 혁명을 이루어 낸다</a:t>
            </a:r>
            <a:r>
              <a:rPr kumimoji="1" lang="en-US" altLang="ko-KR" sz="1400" dirty="0">
                <a:latin typeface="+mn-ea"/>
              </a:rPr>
              <a:t>.)</a:t>
            </a:r>
          </a:p>
          <a:p>
            <a:r>
              <a:rPr kumimoji="1" lang="ko-KR" altLang="en-US" sz="1400" dirty="0">
                <a:latin typeface="+mn-ea"/>
              </a:rPr>
              <a:t>당시 유료 요금제 문자서비스를 이용하던 사람들에게 매우 혁명적 이였다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r>
              <a:rPr kumimoji="1" lang="ko-KR" altLang="en-US" sz="1400" dirty="0">
                <a:latin typeface="+mn-ea"/>
              </a:rPr>
              <a:t>그 다음 카카오톡 이모티콘 을 만들고 </a:t>
            </a:r>
            <a:r>
              <a:rPr kumimoji="1" lang="en-US" altLang="ko-KR" sz="1400" dirty="0">
                <a:latin typeface="+mn-ea"/>
              </a:rPr>
              <a:t>KT, SK Planet</a:t>
            </a:r>
            <a:r>
              <a:rPr kumimoji="1" lang="ko-KR" altLang="en-US" sz="1400" dirty="0">
                <a:latin typeface="+mn-ea"/>
              </a:rPr>
              <a:t>과 제휴를 맺어 카카오톡 선물하기 시스템을 만든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ko-KR" altLang="en-US" sz="1400" dirty="0">
                <a:latin typeface="+mn-ea"/>
              </a:rPr>
              <a:t>카카오 게임즈 는 </a:t>
            </a:r>
            <a:r>
              <a:rPr kumimoji="1" lang="en-US" altLang="ko-KR" sz="1400" dirty="0">
                <a:latin typeface="+mn-ea"/>
              </a:rPr>
              <a:t>2012</a:t>
            </a:r>
            <a:r>
              <a:rPr kumimoji="1" lang="ko-KR" altLang="en-US" sz="1400" dirty="0">
                <a:latin typeface="+mn-ea"/>
              </a:rPr>
              <a:t>년 </a:t>
            </a:r>
            <a:r>
              <a:rPr kumimoji="1" lang="en-US" altLang="ko-KR" sz="1400" dirty="0">
                <a:latin typeface="+mn-ea"/>
              </a:rPr>
              <a:t>7</a:t>
            </a:r>
            <a:r>
              <a:rPr kumimoji="1" lang="ko-KR" altLang="en-US" sz="1400" dirty="0">
                <a:latin typeface="+mn-ea"/>
              </a:rPr>
              <a:t>월에 게임즈 는 </a:t>
            </a:r>
            <a:r>
              <a:rPr kumimoji="1" lang="en-US" altLang="ko-KR" sz="1400" dirty="0">
                <a:latin typeface="+mn-ea"/>
              </a:rPr>
              <a:t>7</a:t>
            </a:r>
            <a:r>
              <a:rPr kumimoji="1" lang="ko-KR" altLang="en-US" sz="1400" dirty="0">
                <a:latin typeface="+mn-ea"/>
              </a:rPr>
              <a:t>개의 게임과 같이 출시 되어 대박을 터뜨림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ko-KR" altLang="en-US" sz="1400" dirty="0">
                <a:latin typeface="+mn-ea"/>
              </a:rPr>
              <a:t>그러면서 이모티콘 에다가 좀 더 캐릭터를 추가하여 카카오 </a:t>
            </a:r>
            <a:r>
              <a:rPr kumimoji="1" lang="ko-KR" altLang="en-US" sz="1400" dirty="0" err="1">
                <a:latin typeface="+mn-ea"/>
              </a:rPr>
              <a:t>프렌즈를</a:t>
            </a:r>
            <a:r>
              <a:rPr kumimoji="1" lang="ko-KR" altLang="en-US" sz="1400" dirty="0">
                <a:latin typeface="+mn-ea"/>
              </a:rPr>
              <a:t> 만들어내고 다음과 인수합병을 하게 된다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r>
              <a:rPr kumimoji="1" lang="en-US" altLang="ko-KR" sz="1400" dirty="0">
                <a:latin typeface="+mn-ea"/>
              </a:rPr>
              <a:t>2013</a:t>
            </a:r>
            <a:r>
              <a:rPr kumimoji="1" lang="ko-KR" altLang="en-US" sz="1400" dirty="0">
                <a:latin typeface="+mn-ea"/>
              </a:rPr>
              <a:t>년</a:t>
            </a:r>
            <a:r>
              <a:rPr kumimoji="1" lang="en-US" altLang="ko-KR" sz="1400" dirty="0">
                <a:latin typeface="+mn-ea"/>
              </a:rPr>
              <a:t> </a:t>
            </a:r>
            <a:r>
              <a:rPr kumimoji="1" lang="ko-KR" altLang="en-US" sz="1400" dirty="0">
                <a:latin typeface="+mn-ea"/>
              </a:rPr>
              <a:t>카카오 페이지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2014</a:t>
            </a:r>
            <a:r>
              <a:rPr kumimoji="1" lang="ko-KR" altLang="en-US" sz="1400" dirty="0">
                <a:latin typeface="+mn-ea"/>
              </a:rPr>
              <a:t>년 카카오페이</a:t>
            </a:r>
            <a:r>
              <a:rPr kumimoji="1" lang="en-US" altLang="ko-KR" sz="1400" dirty="0">
                <a:latin typeface="+mn-ea"/>
              </a:rPr>
              <a:t>, 2015</a:t>
            </a:r>
            <a:r>
              <a:rPr kumimoji="1" lang="ko-KR" altLang="en-US" sz="1400" dirty="0">
                <a:latin typeface="+mn-ea"/>
              </a:rPr>
              <a:t>년 카카오택시</a:t>
            </a:r>
            <a:r>
              <a:rPr kumimoji="1" lang="en-US" altLang="ko-KR" sz="1400" dirty="0">
                <a:latin typeface="+mn-ea"/>
              </a:rPr>
              <a:t>, 2016</a:t>
            </a:r>
            <a:r>
              <a:rPr kumimoji="1" lang="ko-KR" altLang="en-US" sz="1400" dirty="0">
                <a:latin typeface="+mn-ea"/>
              </a:rPr>
              <a:t>년 멜론 인수</a:t>
            </a:r>
            <a:r>
              <a:rPr kumimoji="1" lang="en-US" altLang="ko-KR" sz="1400" dirty="0">
                <a:latin typeface="+mn-ea"/>
              </a:rPr>
              <a:t>, 2017 </a:t>
            </a:r>
            <a:r>
              <a:rPr kumimoji="1" lang="ko-KR" altLang="en-US" sz="1400" dirty="0">
                <a:latin typeface="+mn-ea"/>
              </a:rPr>
              <a:t>카카오뱅크를 발표함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ko-KR" altLang="en-US" sz="1400" dirty="0">
                <a:latin typeface="+mn-ea"/>
              </a:rPr>
              <a:t>처음 설립 당시에는 사람들의 연락망으로 사용 되었지만 현재는 소식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페이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음악 등의 다양하게 서비스를 사용할 수 있게 되어 많은 이들의 끝 없는 사랑을 받는 것 같다</a:t>
            </a:r>
            <a:r>
              <a:rPr kumimoji="1" lang="en-US" altLang="ko-KR" sz="1400" dirty="0">
                <a:latin typeface="+mn-ea"/>
              </a:rPr>
              <a:t>. </a:t>
            </a:r>
          </a:p>
          <a:p>
            <a:endParaRPr kumimoji="1" lang="ko-Kore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507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273</Words>
  <Application>Microsoft Office PowerPoint</Application>
  <PresentationFormat>A4 용지(210x297mm)</PresentationFormat>
  <Paragraphs>25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Nam Gyu</dc:creator>
  <cp:lastModifiedBy>권 영훈</cp:lastModifiedBy>
  <cp:revision>22</cp:revision>
  <dcterms:created xsi:type="dcterms:W3CDTF">2020-12-27T02:05:04Z</dcterms:created>
  <dcterms:modified xsi:type="dcterms:W3CDTF">2021-04-14T17:24:58Z</dcterms:modified>
</cp:coreProperties>
</file>