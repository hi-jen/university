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0"/>
    <p:restoredTop sz="96405"/>
  </p:normalViewPr>
  <p:slideViewPr>
    <p:cSldViewPr snapToGrid="0" snapToObjects="1" showGuides="1">
      <p:cViewPr varScale="1">
        <p:scale>
          <a:sx n="59" d="100"/>
          <a:sy n="59" d="100"/>
        </p:scale>
        <p:origin x="2578" y="8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290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84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69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357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323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00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713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298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13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466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28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93533-4FA2-F14B-AEA2-5287B408F2EF}" type="datetimeFigureOut">
              <a:rPr kumimoji="1" lang="ko-Kore-KR" altLang="en-US" smtClean="0"/>
              <a:t>05/03/2021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DD0B4-9759-2A40-90CA-C0781B782D3B}"/>
              </a:ext>
            </a:extLst>
          </p:cNvPr>
          <p:cNvSpPr txBox="1"/>
          <p:nvPr/>
        </p:nvSpPr>
        <p:spPr>
          <a:xfrm>
            <a:off x="211008" y="155941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학번</a:t>
            </a:r>
            <a:r>
              <a:rPr kumimoji="1" lang="en-US" altLang="ko-KR" sz="1400" dirty="0">
                <a:latin typeface="+mn-ea"/>
              </a:rPr>
              <a:t>: 20213032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75A5A-0598-C643-A746-1B33D408F356}"/>
              </a:ext>
            </a:extLst>
          </p:cNvPr>
          <p:cNvSpPr txBox="1"/>
          <p:nvPr/>
        </p:nvSpPr>
        <p:spPr>
          <a:xfrm>
            <a:off x="2811194" y="164777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이름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권영훈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F2EE9-395E-484A-B61F-3F5A3BC9AD01}"/>
              </a:ext>
            </a:extLst>
          </p:cNvPr>
          <p:cNvSpPr txBox="1"/>
          <p:nvPr/>
        </p:nvSpPr>
        <p:spPr>
          <a:xfrm>
            <a:off x="211008" y="517866"/>
            <a:ext cx="6430664" cy="418535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b="1" dirty="0" err="1">
                <a:solidFill>
                  <a:schemeClr val="bg1"/>
                </a:solidFill>
                <a:latin typeface="+mn-ea"/>
              </a:rPr>
              <a:t>컴퓨터개론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(2021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학년도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학기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Homework#5</a:t>
            </a:r>
            <a:endParaRPr kumimoji="1" lang="ko-Kore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5F9D5-6837-5A45-B395-C440E680ECB4}"/>
              </a:ext>
            </a:extLst>
          </p:cNvPr>
          <p:cNvSpPr txBox="1"/>
          <p:nvPr/>
        </p:nvSpPr>
        <p:spPr>
          <a:xfrm>
            <a:off x="211006" y="984125"/>
            <a:ext cx="6430665" cy="68290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+mn-ea"/>
              </a:rPr>
              <a:t>모바일 운영체제의 종류를 나열하고</a:t>
            </a:r>
            <a:r>
              <a:rPr kumimoji="1" lang="en-US" altLang="ko-KR" sz="1400" dirty="0">
                <a:latin typeface="+mn-ea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+mn-ea"/>
              </a:rPr>
              <a:t>그 운영체제의 특징 </a:t>
            </a:r>
            <a:r>
              <a:rPr kumimoji="1" lang="en-US" altLang="ko-KR" sz="1400" dirty="0">
                <a:latin typeface="+mn-ea"/>
              </a:rPr>
              <a:t>2</a:t>
            </a:r>
            <a:r>
              <a:rPr kumimoji="1" lang="ko-KR" altLang="en-US" sz="1400" dirty="0">
                <a:latin typeface="+mn-ea"/>
              </a:rPr>
              <a:t>개를 서술하시오</a:t>
            </a:r>
            <a:r>
              <a:rPr kumimoji="1" lang="en-US" altLang="ko-KR" sz="1400" dirty="0">
                <a:latin typeface="+mn-ea"/>
              </a:rPr>
              <a:t>.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F738D56C-3969-0242-9F1D-367909EE6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6318"/>
              </p:ext>
            </p:extLst>
          </p:nvPr>
        </p:nvGraphicFramePr>
        <p:xfrm>
          <a:off x="240868" y="1783144"/>
          <a:ext cx="6400804" cy="382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043">
                  <a:extLst>
                    <a:ext uri="{9D8B030D-6E8A-4147-A177-3AD203B41FA5}">
                      <a16:colId xmlns:a16="http://schemas.microsoft.com/office/drawing/2014/main" val="931485395"/>
                    </a:ext>
                  </a:extLst>
                </a:gridCol>
                <a:gridCol w="5067761">
                  <a:extLst>
                    <a:ext uri="{9D8B030D-6E8A-4147-A177-3AD203B41FA5}">
                      <a16:colId xmlns:a16="http://schemas.microsoft.com/office/drawing/2014/main" val="2498062603"/>
                    </a:ext>
                  </a:extLst>
                </a:gridCol>
              </a:tblGrid>
              <a:tr h="32926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200" dirty="0">
                          <a:latin typeface="+mj-ea"/>
                          <a:ea typeface="+mj-ea"/>
                        </a:rPr>
                        <a:t>운영체제</a:t>
                      </a: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 이름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dirty="0"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가지 특징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663329"/>
                  </a:ext>
                </a:extLst>
              </a:tr>
              <a:tr h="616589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안드로이드 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OS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리눅스 기반의 개방형 모바일 운영체제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누구든지 휴대폰 개발자의 의도에 따라 소스코드를 수정하며 개발할 수 있는 오픈 플랫폼이다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  <a:endParaRPr lang="en-US" altLang="ko-Kore-KR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109720"/>
                  </a:ext>
                </a:extLst>
              </a:tr>
              <a:tr h="440421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아이폰 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OS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>
                          <a:latin typeface="+mj-ea"/>
                          <a:ea typeface="+mj-ea"/>
                        </a:rPr>
                        <a:t>Mac</a:t>
                      </a: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기반의 모바일 운영체제이다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소스코드를 외부에 일체 공개하지 않는 폐쇄형 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OS</a:t>
                      </a: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이다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  <a:endParaRPr lang="en-US" altLang="ko-Kore-KR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501584"/>
                  </a:ext>
                </a:extLst>
              </a:tr>
              <a:tr h="440421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블랙베리 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블랙베리 스마트폰을 위해 개발한 운영체제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업무에 특화된 비즈니스용 전문의 스마트폰이다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  <a:endParaRPr lang="en-US" altLang="ko-Kore-KR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768042"/>
                  </a:ext>
                </a:extLst>
              </a:tr>
              <a:tr h="616589">
                <a:tc>
                  <a:txBody>
                    <a:bodyPr/>
                    <a:lstStyle/>
                    <a:p>
                      <a:r>
                        <a:rPr lang="ko-KR" altLang="en-US" sz="1200" dirty="0" err="1">
                          <a:latin typeface="+mj-ea"/>
                          <a:ea typeface="+mj-ea"/>
                        </a:rPr>
                        <a:t>윈도우즈</a:t>
                      </a: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 모바일 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OS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마이크로소프트가 개발한 모바일 운영체제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윈도우 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OS</a:t>
                      </a: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와 인터페이스가 매우 유사하여 사용자에게 익숙하다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편리하고 호환성이 높다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  <a:endParaRPr lang="en-US" altLang="ko-Kore-KR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71607"/>
                  </a:ext>
                </a:extLst>
              </a:tr>
              <a:tr h="656445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바다 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OS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삼성전자가 독자적인 기술로 개발한 모바일용 운영체제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안드로이드 운영체제를 제공하는 구글과의 관계의 어려움으로 개발이 중단되었음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  <a:endParaRPr lang="en-US" altLang="ko-Kore-KR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18188"/>
                  </a:ext>
                </a:extLst>
              </a:tr>
              <a:tr h="616589">
                <a:tc>
                  <a:txBody>
                    <a:bodyPr/>
                    <a:lstStyle/>
                    <a:p>
                      <a:r>
                        <a:rPr lang="ko-KR" altLang="en-US" sz="1200" dirty="0" err="1">
                          <a:latin typeface="+mj-ea"/>
                          <a:ea typeface="+mj-ea"/>
                        </a:rPr>
                        <a:t>타이젠</a:t>
                      </a: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OS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리눅스 기반의 스마트폰 운영체제로서 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HTML5 </a:t>
                      </a: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기반으로 개발됨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삼성전자와 인텔을 비롯한 </a:t>
                      </a:r>
                      <a:r>
                        <a:rPr lang="ko-KR" altLang="en-US" sz="1200" dirty="0" err="1">
                          <a:latin typeface="+mj-ea"/>
                          <a:ea typeface="+mj-ea"/>
                        </a:rPr>
                        <a:t>타이젠협회</a:t>
                      </a: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 회원사들 주도로 개발되고 있음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ore-KR" sz="1200" dirty="0">
                          <a:latin typeface="+mj-ea"/>
                          <a:ea typeface="+mj-ea"/>
                        </a:rPr>
                        <a:t>2012</a:t>
                      </a: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년 정식 버전 발표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  <a:endParaRPr lang="en-US" altLang="ko-Kore-KR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63478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304CB9A-2150-5444-B944-8664A5B1037F}"/>
              </a:ext>
            </a:extLst>
          </p:cNvPr>
          <p:cNvSpPr txBox="1"/>
          <p:nvPr/>
        </p:nvSpPr>
        <p:spPr>
          <a:xfrm>
            <a:off x="240867" y="5682421"/>
            <a:ext cx="6449891" cy="6311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1400" dirty="0">
                <a:latin typeface="+mn-ea"/>
              </a:rPr>
              <a:t>LAN</a:t>
            </a:r>
            <a:r>
              <a:rPr kumimoji="1" lang="ko-KR" altLang="en-US" sz="1400" dirty="0">
                <a:latin typeface="+mn-ea"/>
              </a:rPr>
              <a:t>의 구성 형태를 나열하고</a:t>
            </a:r>
            <a:r>
              <a:rPr kumimoji="1" lang="en-US" altLang="ko-KR" sz="1400" dirty="0">
                <a:latin typeface="+mn-ea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+mn-ea"/>
              </a:rPr>
              <a:t>구성 형태가 갖는 장단점을 서술하시오</a:t>
            </a:r>
            <a:endParaRPr kumimoji="1" lang="en-US" altLang="ko-KR" sz="1400" dirty="0">
              <a:latin typeface="+mn-ea"/>
            </a:endParaRPr>
          </a:p>
        </p:txBody>
      </p:sp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404C39F9-2F0C-5942-BBDB-12B54986B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747835"/>
              </p:ext>
            </p:extLst>
          </p:nvPr>
        </p:nvGraphicFramePr>
        <p:xfrm>
          <a:off x="240867" y="6392093"/>
          <a:ext cx="6449891" cy="3520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749">
                  <a:extLst>
                    <a:ext uri="{9D8B030D-6E8A-4147-A177-3AD203B41FA5}">
                      <a16:colId xmlns:a16="http://schemas.microsoft.com/office/drawing/2014/main" val="931485395"/>
                    </a:ext>
                  </a:extLst>
                </a:gridCol>
                <a:gridCol w="4855142">
                  <a:extLst>
                    <a:ext uri="{9D8B030D-6E8A-4147-A177-3AD203B41FA5}">
                      <a16:colId xmlns:a16="http://schemas.microsoft.com/office/drawing/2014/main" val="2498062603"/>
                    </a:ext>
                  </a:extLst>
                </a:gridCol>
              </a:tblGrid>
              <a:tr h="32054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구성 형태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장단점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663329"/>
                  </a:ext>
                </a:extLst>
              </a:tr>
              <a:tr h="786332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버스형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버스라는 하나의 공통 선에 각 노드들이 접속되어 있는 형태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버스는 방송특성을 가짐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여러 노드가 동시에 전송을 원할 때 발생하는 충돌 문제를 해결할 수 있는 적절한 방법 필요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  <a:endParaRPr lang="en-US" altLang="ko-Kore-KR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109720"/>
                  </a:ext>
                </a:extLst>
              </a:tr>
              <a:tr h="1135813"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링형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노드들을 점 대 점 형태로 차례대로 연결하여 전체적으로 </a:t>
                      </a:r>
                      <a:endParaRPr lang="en-US" altLang="ko-KR" sz="1200" dirty="0">
                        <a:latin typeface="+mj-ea"/>
                        <a:ea typeface="+mj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링 모양으로 구성하는 방법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각 노드는 수신된 신호를 인접 노드로 재전송한다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링 상의 신호는 일정 방향으로 전송되는데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만약 링 상의 한 노드에 장애가 발생하면 링이 단절되어 전체 네트워크가 동작하지 못함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501584"/>
                  </a:ext>
                </a:extLst>
              </a:tr>
              <a:tr h="113581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스타형</a:t>
                      </a:r>
                      <a:endParaRPr lang="ko-Kore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중앙의 제어 노드를 중심으로 각 노드들이 점 대 점 형태로 연결되는데 각 노드들 간의 직접적인 연결은 없다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배선이 용이 하다는 것과 중아 제어 노드를 이용하면 시스템의 관리가 용이하다는 장점이 있음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>
                          <a:latin typeface="+mj-ea"/>
                          <a:ea typeface="+mj-ea"/>
                        </a:rPr>
                        <a:t>중앙 제어 노드의 신뢰도와 성능이 전체 시스템의 신뢰도와 성능을 지배하게 된다</a:t>
                      </a:r>
                      <a:r>
                        <a:rPr lang="en-US" altLang="ko-KR" sz="1200" dirty="0">
                          <a:latin typeface="+mj-ea"/>
                          <a:ea typeface="+mj-ea"/>
                        </a:rPr>
                        <a:t>.</a:t>
                      </a:r>
                      <a:endParaRPr lang="en-US" altLang="ko-Kore-KR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768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07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281</Words>
  <Application>Microsoft Office PowerPoint</Application>
  <PresentationFormat>A4 용지(210x297mm)</PresentationFormat>
  <Paragraphs>44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Courier New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Nam Gyu</dc:creator>
  <cp:lastModifiedBy>권 영훈</cp:lastModifiedBy>
  <cp:revision>24</cp:revision>
  <dcterms:created xsi:type="dcterms:W3CDTF">2020-12-27T02:05:04Z</dcterms:created>
  <dcterms:modified xsi:type="dcterms:W3CDTF">2021-05-03T15:29:05Z</dcterms:modified>
</cp:coreProperties>
</file>