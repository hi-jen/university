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82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38.301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1 37,'0'-1,"0"0,0 0,1 1,-1-1,0 0,1 0,-1 1,0-1,1 0,-1 1,1-1,0 0,-1 1,1-1,-1 1,1-1,0 1,-1-1,1 1,0-1,0 1,-1 0,1-1,0 1,0 0,1 0,26-6,-23 5,80-8,-1 4,128 8,-141-1,676 44,-164-7,395-14,-4-28,-305-1,289 4,-815 4,228 36,-233-23,269-3,-176-16,-180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40.134"/>
    </inkml:context>
    <inkml:brush xml:id="br0">
      <inkml:brushProperty name="width" value="0.05" units="cm"/>
      <inkml:brushProperty name="height" value="0.05" units="cm"/>
      <inkml:brushProperty name="color" value="#33CCFF"/>
      <inkml:brushProperty name="ignorePressure" value="1"/>
    </inkml:brush>
  </inkml:definitions>
  <inkml:trace contextRef="#ctx0" brushRef="#br0">40 0,'15'490,"8"839,-23-1146,-2-146,-2 0,-2 0,-16 59,9-47,-6 62,8 433,14-318,-3 909,0-1085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45.250"/>
    </inkml:context>
    <inkml:brush xml:id="br0">
      <inkml:brushProperty name="width" value="0.05" units="cm"/>
      <inkml:brushProperty name="height" value="0.05" units="cm"/>
      <inkml:brushProperty name="color" value="#008C3A"/>
      <inkml:brushProperty name="ignorePressure" value="1"/>
    </inkml:brush>
  </inkml:definitions>
  <inkml:trace contextRef="#ctx0" brushRef="#br0">0 1428,'7'-6,"0"0,-1 1,2 0,-1 1,9-5,15-9,87-71,-84 62,1201-883,-1213 895,176-111,-195 125,-1 0,1-1,-1 1,1 0,0 0,-1 0,1 0,5 0,-8 1,1 0,-1 0,0 0,0 0,1 0,-1 0,0 0,1 0,-1 1,0-1,1 0,-1 0,0 0,0 0,1 1,-1-1,0 0,0 0,1 0,-1 1,0-1,0 0,0 0,1 1,-1-1,0 0,0 1,0-1,0 0,0 0,0 1,0-1,0 0,0 1,0-1,0 0,0 1,0-1,0 0,0 1,-1 6,-1-1,0 0,-1 1,1-1,-6 8,3-3,-120 218,30-60,90-160,0 0,0 1,1-1,0 1,1 1,0-1,-2 14,5-22,0-1,0 1,0 0,1-1,-1 1,0 0,0-1,1 1,0 0,-1-1,1 1,0-1,-1 1,1-1,0 1,0-1,0 0,0 1,1-1,1 2,0-1,0 0,1-1,-1 1,1-1,-1 0,1 0,0 0,-1 0,1-1,0 0,0 1,-1-1,6-1,26-2,-1-2,37-9,158-44,774-226,-675 182,-67 21,-171 51,-56 18,0 1,63-12,-88 25,-20 7,-137 73,21-15,-397 251,495-301,-46 30,69-43,0 1,1-1,-1 1,1 0,0 1,0-1,-8 12,13-16,0-1,0 1,-1-1,1 0,0 1,0-1,0 1,-1-1,1 0,0 1,0-1,0 1,0-1,0 1,0-1,0 0,0 1,0-1,0 1,0-1,0 1,0-1,1 0,-1 1,0-1,0 1,0-1,1 0,-1 1,1 0,1 0,-1 0,0-1,0 1,1-1,-1 1,0-1,1 0,-1 0,1 1,-1-1,0 0,2 0,22-1,-1-1,39-9,162-40,119-39,102-29,393-120,-268 74,-277 88,-124 46,-165 30,1 1,-1-1,0 1,1 0,-1 0,0 1,1-1,-1 1,0 0,6 2,-10-2,-1-1,1 0,-1 1,0-1,1 0,-1 1,1-1,-1 1,0-1,0 1,1-1,-1 1,0-1,0 1,1-1,-1 1,0-1,0 1,0 0,0-1,0 1,0-1,0 1,0-1,0 1,0 0,0-1,0 1,0-1,-1 1,0 3,-1-1,1 1,-1-1,0 0,0 0,-1 0,-3 4,-39 37,-3-2,-92 64,125-96,-835 552,471-320,339-216,16-12,0 1,2 1,0 1,1 1,-20 21,31-20,10-18,0-1,0 0,0 1,0-1,0 0,0 1,0-1,0 0,0 1,0-1,0 0,0 1,1-1,-1 0,0 0,0 1,0-1,1 0,-1 1,0-1,0 0,1 0,-1 0,0 1,0-1,1 0,-1 0,0 0,1 0,-1 0,0 1,1-1,3 0,0 1,0-1,0 0,0-1,0 1,0-1,7-1,46-13,-1-3,85-39,-71 27,-24 10,95-34,-122 49,0 0,0 1,1 1,-1 1,33 0,-6 4,7 0,95-6,-119 0,0 2,0 2,47 4,-73-3,1-1,-1 2,1-1,-1 0,1 1,-1-1,0 1,0 0,0 0,0 1,0-1,0 0,-1 1,1 0,-1-1,3 6,-2-4,0 0,1-1,-1 1,1-1,-1 1,1-1,0-1,0 1,9 4,48 9,-39-13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1.807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507 1,'2'181,"-6"232,-5-299,-6 0,-31 120,-77 221,93-352,-213 680,220-714,7-19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2.494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515 1,'-1'20,"-1"0,0 0,-2 1,0-2,-1 1,-14 35,-62 105,11-25,35-44,5 1,-24 116,-1 6,-47 100,89-274,2 0,2 1,2 0,1 0,3 1,1 55,3-47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3.080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956 1,'0'6,"-12"2,-5 12,-11 9,-7 24,2 34,1 39,-13 17,-17 8,-17 16,-19 17,-12 13,7 5,2-8,18-24,24-35,21-28,18-32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3.686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689 1,'0'6,"0"9,-6 13,-2 34,-6 42,-19 35,-17 31,-5 30,-6 23,-11 18,-6 10,-8 13,11-33,18-43,12-54,15-44,11-36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4.307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1 0,'0'138,"21"595,-13-645,60 494,-50-484,3-1,5-2,71 172,-63-196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5.040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1 0,'8'20,"-1"-1,-1 2,0-1,2 28,5 11,41 182,47 165,-84-362,1-2,3 0,43 66,-16-28,-30-42,-1 0,-2 1,-2 1,-1 0,6 45,29 94,-34-142,2 0,2-1,1 0,2-1,2-2,35 45,-23-43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6.160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1 0,'1'26,"2"-1,8 39,2 19,-3 478,-12-345,2 314,0-504,2 0,0 0,2-1,1 1,0-1,2-1,1 1,2-1,0 0,1-1,1 0,19 25,6-1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7.103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1 0,'6'13,"2"9,12 14,9 19,24 57,9 63,0 46,-4 28,1-9,-11-40,-12-41,-13-41,2-29,9-17,5-9,-4-14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7.741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2 0,'0'1461,"0"-1419,-2-14,2 1,1 0,1 0,2-1,1 1,12 41,7-19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8.379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440 0,'-1'0,"0"0,0 1,0-1,0 0,0 1,0-1,0 1,0-1,0 1,0-1,1 1,-1-1,0 1,0 0,0 0,1-1,-1 1,1 0,-1 0,0 0,1 0,-1-1,1 1,0 0,-1 0,1 0,0 2,-7 31,6-28,-31 161,-2 15,21-82,-51 186,10-115,-65 245,83-263,18-90,4 0,-11 119,23-64,2-69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8.870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665 1,'-2'62,"-2"0,-25 119,-50 111,55-211,-377 1095,391-1152,-63 174,62-162,2 0,1 1,-5 56,12-49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59.526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914 1,'-6'6,"-2"14,0 10,-11 19,-8 13,-12 20,-12 22,-9 36,-13 37,-7 44,-8 40,-1 32,-4 8,7-16,7-25,16-51,19-61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00.098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762 0,'0'7,"0"7,0 20,0 36,0 36,0 31,-6 17,-20 14,-25 1,-29-1,-18 0,-11-3,-6-6,16-10,26-25,13-27,16-31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00.763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514 0,'0'90,"-4"0,-29 165,-39 40,-26 140,14-68,-32-9,63-198,39-113,2 1,2 1,2 0,3 0,0 51,5-50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01.455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342 1,'-3'70,"-15"84,5-51,-71 365,59-349,-5 100,17-106,-15 16,2-19,25-102,0 0,-1 0,0 0,0 0,-1 0,0-1,0 0,-1 1,0-1,0 0,-1-1,0 1,0-1,-9 9,-10 9,5-4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01.983"/>
    </inkml:context>
    <inkml:brush xml:id="br0">
      <inkml:brushProperty name="width" value="0.05" units="cm"/>
      <inkml:brushProperty name="height" value="0.05" units="cm"/>
      <inkml:brushProperty name="color" value="#849398"/>
      <inkml:brushProperty name="ignorePressure" value="1"/>
    </inkml:brush>
  </inkml:definitions>
  <inkml:trace contextRef="#ctx0" brushRef="#br0">114 0,'0'223,"-1"278,-10-321,-39 202,10-100,31-173,7 126,3-182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7:42.6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0 109,'13'0,"10"0,7 0,17 0,7 0,13 0,13-7,-1-1,-1 1,-8 0,-3-9,-1-3,-6 2,0 3,1 6,-8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7:44.46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25,'2861'0,"-2813"2,1 3,-2 1,70 20,-104-23,49 9,1-2,85 1,132-11,-145-3,1083 3,-864 18,-40 0,-228-20,95-15,59-2,-143 18,197 6,-178 10,51 5,-109-19,-1-3,1-2,107-22,-134 17,0-1,0-2,-2-1,36-20,-23 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23.03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915 1,'1'84,"1"-33,-2-1,-3 1,-11 65,-1-45,-83 433,87-447,-3 0,-2-1,-44 100,-98 146,22-102,7-12,102-148,-58 68,19-27,55-67,1 1,1 0,0 1,1 0,1 0,1 0,0 1,-5 25,2 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24.1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1,'1'8,"1"1,-1 0,2 0,-1-1,1 1,0-1,1 0,-1 0,9 12,5 13,-4-2,-2 0,-1 1,-1 1,-2 0,-1 0,1 40,-6 207,-4-166,4 137,-5 140,-14-218,-1 37,17-185,2 1,1 0,0 0,2 0,2-1,0 1,9 25,10 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25.42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0 140,'1'0,"-1"-1,0 0,0 0,1 1,-1-1,0 0,1 1,-1-1,0 0,1 1,-1-1,1 0,-1 1,1-1,0 1,-1-1,1 1,0-1,-1 1,1 0,0-1,-1 1,1 0,0-1,1 1,22-7,-20 7,2-2,13-1,0-1,-1-1,0 0,0-2,0 0,18-10,-21 7,0 0,1 2,0 0,1 0,0 2,0 0,29-6,-43 12,-1 0,1 0,-1 0,1 0,-1 0,1 1,-1-1,0 1,1 0,-1-1,0 1,0 0,1 1,-1-1,0 0,0 0,0 1,0-1,0 1,-1 0,1 0,0-1,-1 1,1 0,-1 0,0 1,2 3,3 7,0 0,-1 0,5 25,-4-16,50 207,6 20,260 616,-318-855,58 122,-53-116,0-1,1 0,1-1,0 0,25 23,443 357,-432-359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26.6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1,'2'3,"-1"1,0-1,1 1,0-1,0 0,0 0,0 0,0 0,0 0,1 0,0 0,3 2,8 10,5 10,0 1,-2 0,-2 1,0 1,-1 0,-2 1,-1 0,-1 1,7 44,-1 27,3 163,-21 107,0-248,0-43,4 0,21 142,-5-116,-4 0,0 186,-16-224,0-21,6 64,-3-104,1 0,0 0,0 0,0 0,1 0,0-1,1 1,0-1,-1 0,2 0,-1 0,1 0,0-1,0 0,1 0,-1-1,1 1,0-1,12 6,2 0,0 0,0-2,1 0,0-2,31 6,10-3,0-2,0-3,124-9,-150 1,-1-1,0-2,41-13,-55 13,0-1,0-1,-1-1,0 0,-1-2,20-15,-12 1,-14 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28.14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283 1,'3'3,"-1"1,1 0,-1-1,1 1,-1 1,0-1,0 0,-1 0,0 1,1-1,0 7,4 55,-5-45,6 511,-10-319,5 202,-5 385,1-740,-2 0,-2-1,-4 1,-30 107,-42 54,38-108,-32 126,65-185,2 0,-3 89,15 112,0-122,-2 298,-1-420,0-1,0 0,-1 1,-1-1,1 0,-2 0,-3 11,-10 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30.60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1,'26'22,"11"13,-24-17,0 0,-2 1,0 0,-2 1,9 23,28 108,-35-107,2 0,2-1,24 49,-7-39,3-2,2-2,71 76,18 21,-111-125,-1 1,-1 0,-1 0,-1 1,0 1,12 48,-13-33,-2 1,-2 0,2 66,-5-65,2 0,19 74,-3-21,-19-82,0 0,1 0,1 0,0-1,5 13,-6-20,-1-1,1 1,-1 0,1-1,0 1,0-1,1 0,-1 0,1 0,-1 0,1-1,0 1,0-1,0 0,0 0,0-1,5 2,11 2,0-1,0-1,0-1,25 0,86-8,-50 2,-41 2,-5 0,46 4,-69-1,0 1,0 0,0 1,-1 0,1 1,-1 0,18 10,-8-1,-1-1,21 20,-14-9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32.0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950 0,'-2'0,"1"0,-1 1,0-1,1 0,-1 1,1-1,-1 1,0 0,1-1,-1 1,1 0,0 0,-1 0,1 0,0 0,-1 1,0 1,-20 28,14-17,-44 70,5 3,-68 171,-32 198,92-198,0 3,35-177,13-52,-1 0,-20 48,-99 217,20-79,-4 11,109-223,0 0,0 0,0 0,0 1,1-1,0 0,1 1,-1-1,1 1,1-1,1 13,-1-16,0 0,0 1,1-1,-1 0,1 0,0 0,0-1,0 1,0 0,0-1,1 1,-1-1,1 0,-1 0,1 0,0 0,0 0,0-1,0 1,0-1,0 0,1 0,4 1,14 3,-1-1,1-2,0 0,-1-1,30-3,110-18,-133 16,314-61,-295 53,-1-1,0-3,-2-2,0-2,46-28,-85 45,32-24,-35 26,-1-1,1 0,0 1,0-1,-1 0,1 0,-1-1,0 1,0 0,0 0,0 0,0-1,1-4,-5-12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8:33.83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0 259,'96'0,"105"14,-125-5,98 17,-108-12,0-4,0-2,114-2,200-33,-375 26,1341-98,-869 100,-193 2,1934-3,-2153-3,72-13,49-2,174 17,-165 3,-172-3,-1-1,1-1,-1 0,1-2,25-9,104-47,-108 41,0 2,93-24,-97 35,41-1,-27 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09.32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911 71,'0'-1,"0"0,1 0,-1 0,0 1,1-1,-1 0,0 0,1 1,-1-1,1 0,-1 1,1-1,-1 1,1-1,-1 0,1 1,0-1,-1 1,1 0,0-1,0 1,-1-1,1 1,1-1,23-5,-21 5,5-1,0 1,1 1,-1 0,0 0,0 1,0 0,1 0,-1 1,-1 0,1 1,0 0,0 0,-1 1,0 0,12 8,2 3,0 1,-1 1,0 1,17 21,-19-19,-2 2,0 0,-1 1,-2 0,19 40,-11-10,25 90,20 58,-47-134,-3-14,-3 1,11 78,-18 166,-8-241,-1-18,-2-1,-2 1,-2-1,-19 60,24-88,-1-1,0 0,0 0,-1 0,0 0,0-1,-1 0,0 0,0-1,-13 12,5-8,-1 0,-1 0,0-2,-32 14,-45 20,-136 41,200-76,-1-1,-51 5,70-11,0 0,0-1,-1-1,1 0,0-1,0 0,0 0,1-1,-1 0,-17-9,7 0,0-1,2-1,0-1,0-1,-22-25,-76-99,69 79,13 17,3-2,-49-92,1-5,46 87,-49-112,22-7,52 142,2 0,0-1,-1-50,7 60,1 1,2-1,0 0,1 1,2-1,0 1,1 1,2-1,0 1,15-27,1 1,2 1,2 1,2 1,46-51,-64 83,6-7,1 1,42-33,-54 48,0-1,-1 1,2 1,-1-1,0 1,1 0,-1 1,1 0,0 0,-1 1,1 0,0 0,0 1,15 0,-5 4,1 0,-1 2,0 0,0 1,0 0,-1 2,24 15,1 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0.3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1.32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73 0,'-4'79,"-28"155,16-148,-4 113,21 225,18-213,-5-89,1-12,30 111,2 8,-39-192,1-1,1 0,22 48,-10-33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3.0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0,'0'35,"1"-1,2 1,1-1,2 0,15 48,81 227,-68-201,-22-63,3 0,2 0,37 71,-52-112,1 1,-1-1,1 0,0 0,0 0,0 0,0 0,1-1,0 1,0-1,0 0,0 0,0-1,0 1,1-1,-1 0,1 0,0 0,0-1,-1 1,1-1,0-1,0 1,0-1,0 1,0-1,0-1,0 1,0-1,0 0,0 0,0 0,0-1,8-3,21-10,-1-1,59-40,21-10,-101 60,-1 0,1-1,-1 0,12-11,-2-3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3.8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0 719,'0'-2,"1"1,-1 0,0 0,1 0,-1 0,0 0,1 0,-1 0,1 0,0 0,-1 0,1 0,0 1,0-1,-1 0,1 0,0 0,0 1,0-1,0 1,0-1,1 0,27-11,-23 10,223-60,-141 40,-52 12,1-3,64-31,62-47,8-4,-96 56,-2-3,-2-3,-2-3,80-72,-91 67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4.84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0 428,'0'-6,"0"-8,0-15,0-7,13-11,9-10,15-7,12-5,4 9,-6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6.6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0 179,'1'-8,"0"1,1-1,0 1,0-1,0 1,1 0,0 0,0 0,1 1,8-13,-3 6,1 1,0 0,1 0,14-12,-24 23,0 0,1-1,-1 1,0 0,1 0,-1 0,1 0,-1 0,1 0,-1 1,1-1,0 0,-1 1,1-1,0 1,0 0,-1-1,1 1,0 0,0 0,3 0,-4 1,0 0,0 0,0 0,0 0,0 0,-1 0,1 0,0 0,0 0,-1 0,1 0,0 1,-1-1,1 0,-1 0,0 1,1-1,-1 0,0 1,0-1,0 2,1 8,-2 0,1 0,-1 0,-1 0,-4 17,4-22,-14 52,-34 78,64-167,2 2,0 0,2 1,2 0,23-25,-31 40,-2 2,1 0,19-14,-26 22,0 1,-1-1,1 1,0 0,0 0,1 1,-1-1,0 1,0 0,1 0,-1 0,1 1,7 0,6 1,1 1,0 1,-1 0,0 2,0 0,29 13,-43-16,0 1,0 0,0 0,0 1,0-1,-1 1,1-1,-1 1,0 0,0 0,-1 1,1-1,-1 1,0-1,0 1,2 8,2 2,-5-13,0 1,1 0,-1 0,1-1,0 1,0-1,0 0,0 1,0-1,0 0,1 0,-1-1,1 1,-1 0,1-1,0 1,0-1,0 0,-1 0,1 0,0 0,0-1,0 1,0-1,1 0,-1 0,0 0,0 0,3-1,10-1,-1-1,0 0,0-2,20-7,-35 12,27-10,-12 3,1 1,0 1,0 1,18-3,-33 6,0 1,0 0,0 0,1-1,-1 1,0 0,0 0,0 0,1 0,-1 0,0 1,0-1,0 0,0 1,0-1,1 0,-1 1,0-1,0 1,0 0,0-1,0 1,0 0,-1-1,1 1,0 0,0 0,0 0,-1 0,1 0,-1 0,1 0,0 0,-1 0,0 0,1 0,-1 0,0 1,1-1,-1 0,0 0,0 0,0 1,0-1,0 0,-1 2,0 5,-1 0,0 0,-1-1,1 1,-7 10,-16 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8.02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1 418,'69'-1,"-1"-4,1-2,-2-3,1-3,-1-3,101-39,514-188,-670 239,42-15,107-22,-156 40,1 0,-1 1,1-1,-1 1,1 0,0 0,-1 1,1 0,-1 0,0 0,7 3,-10-3,1 1,-1-1,0 1,1 0,-1-1,0 1,0 0,-1 1,1-1,0 0,-1 0,1 1,-1-1,0 1,0-1,0 1,0 0,0-1,0 1,-1 0,1-1,-1 4,1 12,0-1,-4 34,2-30,0-1,2 21,5 0,2 0,14 41,-9-36,8 56,-18-87,-2 0,0 1,0-1,-3 18,1-28,0 0,0 0,0 1,-1-1,1 0,-1 0,-1 0,1 0,-1-1,0 1,0-1,0 1,0-1,-1 0,-6 5,-2 0,-1 0,-1 0,1-2,-27 12,-63 18,88-32,-241 60,151-42,50-10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19.1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1,'0'12,"0"23,0 17,12 13,5 7,11 5,1-6,2-15,7-16,11-16,2-23,5-13,6-3,-2-13,1-1,-10 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3.0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1,'0'6,"0"9,6 19,3 24,5 25,19 49,29 57,34 46,2-5,-17-35,-16-44,-6-43,-7-39,-1-19,-8-17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4.4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127 0,'0'6,"0"9,0 13,-13 15,-4 6,1 7,-2-6,-6-5,3 2,4-7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5.0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0,'0'6,"6"2,2 6,12 1,15-3,8 9,9 1,7-3,1 2,2-4,-10-3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6.12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1,'6'6,"2"14,12 4,15 10,14 6,-2 8,-8 14,-11 10,14 23,0 1,-6-3,-5-17,-6-22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6.86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380 1,'-6'0,"-3"6,-11 8,-14 8,-15 19,-11 15,-7 3,-5 5,9-8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7.34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0,'0'6,"12"15,17 9,3 13,9-2,-3 5,-2 1,6-8,-5-10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7.87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0,'0'12,"12"5,10-2,14-2,14-4,9-4,21-2,32-2,36-1,4 0,-12-1,-22 0,-20 1,-14-1,-22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8.3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62 1,'0'6,"0"8,0 21,-6 22,-9 20,0 10,1 2,3-14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8.93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0,'64'4,"-1"3,109 26,-171-33,18 4,0 1,-1 1,0 0,1 1,-2 1,33 20,-42-22,-1-1,1 2,-1-1,-1 1,1 0,-1 1,0-1,-1 1,0 0,0 1,-1-1,0 1,0 0,-1 0,0 0,2 11,-2 7,0 1,-2-1,-2 1,0 0,-1-1,-2 1,-1-1,-15 48,0-28,-3-11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29.44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0,'6'0,"9"0,13 0,15 0,6 0,8 0,-1 0,-9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0.0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1,'0'6,"0"21,0 18,0 7,0 14,0 2,0 1,0 2,0 0,0 2,0-7,0-1,0 0,0-5,0-12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0.44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28,'6'0,"8"0,15 0,2-6,7-2,5 0,-6 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0.88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0,'13'0,"16"7,9 1,11 13,9 14,7 1,-1-5,-12-8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1.43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0,'0'13,"0"22,0 29,0 18,0-1,12 0,17-15,9-18,11-12,10-11,0-11,3-7,3-5,-10-2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1.88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30,'12'0,"10"0,15 0,12 0,4 0,12 0,7 0,11 0,2 0,-1-12,-14-5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2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1,'6'12,"15"4,9 0,12-4,24-3,37-3,64-3,76-2,47-1,5-1,-35 0,-56 1,-63-1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2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0 194,'7'0,"7"0,15 0,20-6,27-15,19-9,5 0,-2 5,-11 6,-8 8,-5-2,-3 2,5-3,-11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3.5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0,'0'6,"7"15,1 15,12 8,3 10,-3 12,-4 3,-6 2,-3 0,2-5,0-14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4.07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0,'0'6,"0"14,12 11,5 12,-2 10,-2-3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4.59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1 499,'6'0,"15"0,9-6,38-14,49-23,67-10,58-14,-1-3,-34 12,-40 14,-43 16,-42 0,-16 5,-14 6,-9 0,0 3,-7 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5.00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1,'0'12,"0"11,0 13,0 13,0-1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5.4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0,'7'0,"7"0,14 0,15 0,12 0,16 0,19 0,2 0,-3 0,-4 0,-11 0,-5 0,-21 6,-18 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6.0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1,'0'12,"0"17,0 10,13 3,3 8,6 2,10-9,14-11,10-11,9-10,35-18,45-21,29-11,9-6,-15 5,-35-3,-40 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6.97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1,'12'0,"17"6,9 2,11 12,9 3,1 10,3 5,3-4,-3-7,0-9,-17-7,-15-6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7.36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1,'7'0,"7"0,14 0,9 0,-3 12,7 4,-5 12,4 1,1-5,6-6,2-6,4-5,-6-10,-12-5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7.7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29,'0'-6,"12"-3,11 2,1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8.3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0,'6'0,"9"0,13 0,9 0,16 0,24 0,24 0,0 0,-10 0,-22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39.26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16,'0'-7,"0"-1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42.1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19 204,'-1'0,"1"0,-1 0,0-1,0 1,1 0,-1 0,0 0,0 0,1 0,-1 1,0-1,0 0,1 0,-1 0,0 1,0-1,1 0,-1 1,0-1,1 1,-1-1,1 0,-1 1,0 0,0 0,1 0,0 0,1-1,-1 1,0 0,1 0,-1 0,0-1,1 1,-1 0,1-1,-1 1,1 0,-1-1,1 1,0-1,-1 1,1-1,1 1,3 3,1 0,-1-1,1 0,0 0,9 3,-12-6,0 1,0-1,0 0,0 0,1 0,-1 0,0 0,0-1,0 1,0-1,0 0,-1 0,1 0,0 0,0-1,0 1,-1-1,1 0,-1 1,1-1,-1 0,0-1,0 1,0 0,0-1,0 1,0-1,-1 1,1-1,-1 0,0 1,0-1,0 0,0 0,0 0,0-4,-1 5,1 1,-1 0,1 0,0 0,-1 0,1-1,0 1,-1 0,1 0,0 0,0 0,0 1,0-1,0 0,0 0,0 1,0-1,1 0,-1 1,0-1,0 1,1-1,1 1,36-7,-17 4,-8-1,1-1,-1-1,0-1,0 0,24-16,55-51,-91 73,-1 0,0 0,0 0,1 0,-1-1,0 1,0 0,0 0,0-1,-1 1,1-1,0 1,0-2,-1 2,0 1,0 0,0-1,0 1,0-1,-1 1,1 0,0-1,0 1,0 0,0 0,-1-1,1 1,0 0,0-1,-1 1,1 0,0 0,0-1,-1 1,1 0,0 0,-1 0,1-1,0 1,-1 0,1 0,0 0,-1 0,1 0,0 0,-1 0,0 0,-45 1,36 0,-17 2,-6 0,0 1,0 1,-37 11,61-12,-1-1,1 1,0 0,0 1,0 0,1 1,-1-1,1 2,1-1,-1 1,1 0,0 1,1 0,-10 14,-5 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44.6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14,'0'-6,"6"-2,2 13,6 18,0 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46.51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103 15,'-6'-6,"-14"-2,-5 12,3 13,5 15,5 14,11 0,6-2,8 4,14 6,15 0,7-10,6-11,-5-18,1-12,-8-18,-12-13,-11-1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47.39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1 166,'6'0,"14"0,16-13,9-3,14-12,10-2,0 6,-1 6,2 6,-12-1,-16 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49.6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453 0,'-6'0,"-14"0,-11 0,-23 7,-29 7,-11 2,3-2,18-4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0.20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2094 0,'-19'2,"-1"1,1 1,0 0,0 2,0 0,1 1,-19 10,-19 6,-86 37,63-25,-90 26,-527 160,407-129,-68 24,222-66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0.57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1251 0,'-6'0,"-15"13,-9 9,-12 8,-18 11,-29 10,-49 23,-50 9,-37 4,-17-6,33-18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1.2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1,'6'0,"15"0,9 0,19 0,25 0,50 12,46 10,38 2,33-4,-12-5,-39-5,-52-4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1.57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0,'6'0,"15"0,9 0,13 0,11 0,33 6,64 21,79 11,70 0,45-6,7-10,-14-7,-51-7,-68-5,-60-3,-56-1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1.93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0,'6'0,"9"0,13 0,8 0,23 0,45 6,54 3,55-2,41 0,8-3,-27-1,-49-2,-43 0,-45-1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5.1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10:49:55.64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29,'0'-12,"0"-5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05/08/2021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customXml" Target="../ink/ink75.xml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image" Target="../media/image66.png"/><Relationship Id="rId139" Type="http://schemas.openxmlformats.org/officeDocument/2006/relationships/customXml" Target="../ink/ink70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50" Type="http://schemas.openxmlformats.org/officeDocument/2006/relationships/image" Target="../media/image74.png"/><Relationship Id="rId155" Type="http://schemas.openxmlformats.org/officeDocument/2006/relationships/image" Target="../media/image76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image" Target="../media/image69.png"/><Relationship Id="rId145" Type="http://schemas.openxmlformats.org/officeDocument/2006/relationships/customXml" Target="../ink/ink7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customXml" Target="../ink/ink68.xml"/><Relationship Id="rId151" Type="http://schemas.openxmlformats.org/officeDocument/2006/relationships/customXml" Target="../ink/ink7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customXml" Target="../ink/ink71.xml"/><Relationship Id="rId146" Type="http://schemas.openxmlformats.org/officeDocument/2006/relationships/image" Target="../media/image7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image" Target="../media/image6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image" Target="../media/image75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customXml" Target="../ink/ink7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image" Target="../media/image7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customXml" Target="../ink/ink6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customXml" Target="../ink/ink77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customXml" Target="../ink/ink72.xml"/><Relationship Id="rId148" Type="http://schemas.openxmlformats.org/officeDocument/2006/relationships/image" Target="../media/image73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customXml" Target="../ink/ink78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image" Target="../media/image71.png"/><Relationship Id="rId90" Type="http://schemas.openxmlformats.org/officeDocument/2006/relationships/customXml" Target="../ink/ink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Homework#6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 err="1">
                <a:latin typeface="+mn-ea"/>
              </a:rPr>
              <a:t>스마트홈</a:t>
            </a:r>
            <a:r>
              <a:rPr kumimoji="1" lang="en-US" altLang="ko-KR" sz="1400" dirty="0">
                <a:latin typeface="+mn-ea"/>
              </a:rPr>
              <a:t>(Smart Home)</a:t>
            </a:r>
            <a:r>
              <a:rPr kumimoji="1" lang="ko-KR" altLang="en-US" sz="1400" dirty="0">
                <a:latin typeface="+mn-ea"/>
              </a:rPr>
              <a:t>을 정의하고 </a:t>
            </a:r>
            <a:br>
              <a:rPr kumimoji="1" lang="en-US" altLang="ko-KR" sz="1400" dirty="0">
                <a:latin typeface="+mn-ea"/>
              </a:rPr>
            </a:br>
            <a:r>
              <a:rPr kumimoji="1" lang="ko-KR" altLang="en-US" sz="1400" dirty="0">
                <a:latin typeface="+mn-ea"/>
              </a:rPr>
              <a:t>그 정의에 맞는 주변의 사례를 작성해 보시오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R" altLang="en-US" sz="1400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7910285"/>
            <a:ext cx="6442224" cy="1768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</a:t>
            </a:r>
            <a:r>
              <a:rPr lang="ko-KR" altLang="en-US" sz="1400" dirty="0"/>
              <a:t> 웨어러블 디바이스</a:t>
            </a:r>
            <a:r>
              <a:rPr lang="en-US" altLang="ko-KR" sz="1400" dirty="0"/>
              <a:t>(Wearable Device)</a:t>
            </a:r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</a:t>
            </a:r>
            <a:r>
              <a:rPr lang="ko-KR" altLang="en-US" sz="1400" dirty="0"/>
              <a:t> 증강현실</a:t>
            </a:r>
            <a:r>
              <a:rPr lang="en-US" altLang="ko-KR" sz="1400" dirty="0"/>
              <a:t>(Augmented Reality: AR)</a:t>
            </a:r>
            <a:endParaRPr kumimoji="1" lang="en-US" altLang="ko-Kore-KR" sz="1400" dirty="0">
              <a:latin typeface="+mn-ea"/>
            </a:endParaRPr>
          </a:p>
          <a:p>
            <a:pPr marL="342900" indent="-342900">
              <a:buAutoNum type="arabicParenR" startAt="3"/>
            </a:pPr>
            <a:r>
              <a:rPr lang="en-US" altLang="ko-KR" sz="1400" dirty="0"/>
              <a:t>1. </a:t>
            </a:r>
            <a:r>
              <a:rPr lang="ko-KR" altLang="en-US" sz="1400" dirty="0"/>
              <a:t>유비쿼터스는 네트워크에 </a:t>
            </a:r>
            <a:r>
              <a:rPr lang="ko-KR" altLang="en-US" sz="1400" dirty="0" err="1"/>
              <a:t>접속되어야만</a:t>
            </a:r>
            <a:r>
              <a:rPr lang="ko-KR" altLang="en-US" sz="1400" dirty="0"/>
              <a:t> 함 </a:t>
            </a:r>
            <a:endParaRPr lang="en-US" altLang="ko-KR" sz="1400" dirty="0"/>
          </a:p>
          <a:p>
            <a:r>
              <a:rPr lang="en-US" altLang="ko-KR" sz="1400" dirty="0"/>
              <a:t>        2. </a:t>
            </a:r>
            <a:r>
              <a:rPr lang="ko-KR" altLang="en-US" sz="1400" dirty="0"/>
              <a:t>유비쿼터스는 사용자에게 잘 보이지 않아야 함</a:t>
            </a:r>
            <a:r>
              <a:rPr lang="en-US" altLang="ko-KR" sz="1400" dirty="0"/>
              <a:t> </a:t>
            </a:r>
          </a:p>
          <a:p>
            <a:r>
              <a:rPr lang="en-US" altLang="ko-KR" sz="1400" dirty="0"/>
              <a:t>        3. </a:t>
            </a:r>
            <a:r>
              <a:rPr lang="ko-KR" altLang="en-US" sz="1400" dirty="0"/>
              <a:t>유비쿼터스 컴퓨팅은 사용자에 따라 제공될 수 있는 서비스가 </a:t>
            </a:r>
            <a:r>
              <a:rPr lang="ko-KR" altLang="en-US" sz="1400" dirty="0" err="1"/>
              <a:t>달라야함</a:t>
            </a:r>
            <a:endParaRPr kumimoji="1" lang="en-US" altLang="ko-KR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9166" y="5868785"/>
            <a:ext cx="6442225" cy="18676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ko-KR" altLang="en-US" sz="1400" dirty="0">
                <a:latin typeface="+mn-ea"/>
              </a:rPr>
              <a:t>손목시계</a:t>
            </a:r>
            <a:r>
              <a:rPr kumimoji="1" lang="en-US" altLang="ko-KR" sz="1400" dirty="0">
                <a:latin typeface="+mn-ea"/>
              </a:rPr>
              <a:t>, U-</a:t>
            </a:r>
            <a:r>
              <a:rPr kumimoji="1" lang="ko-KR" altLang="en-US" sz="1400" dirty="0">
                <a:latin typeface="+mn-ea"/>
              </a:rPr>
              <a:t>헬스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안경 형태 등의 기기들은 대표적인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     </a:t>
            </a:r>
            <a:r>
              <a:rPr kumimoji="1" lang="en-US" altLang="ko-KR" sz="1400" dirty="0">
                <a:latin typeface="+mn-ea"/>
              </a:rPr>
              <a:t>) </a:t>
            </a:r>
            <a:r>
              <a:rPr kumimoji="1" lang="ko-KR" altLang="en-US" sz="1400" dirty="0">
                <a:latin typeface="+mn-ea"/>
              </a:rPr>
              <a:t>디바이스이다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사용자가 눈으로 보는 현실 화면에 컴퓨터가 재현한 그래픽 같은 가상 정보를 합성하여 함께 체험할 수 있도록 하는 기술을 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이라 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ko-KR" altLang="en-US" sz="1400" dirty="0">
                <a:latin typeface="+mn-ea"/>
              </a:rPr>
              <a:t>유비쿼터스의 주요 특징 </a:t>
            </a:r>
            <a:r>
              <a:rPr kumimoji="1" lang="en-US" altLang="ko-KR" sz="1400" dirty="0">
                <a:latin typeface="+mn-ea"/>
              </a:rPr>
              <a:t>3</a:t>
            </a:r>
            <a:r>
              <a:rPr kumimoji="1" lang="ko-KR" altLang="en-US" sz="1400" dirty="0">
                <a:latin typeface="+mn-ea"/>
              </a:rPr>
              <a:t>가지를 기술하시오</a:t>
            </a:r>
            <a:endParaRPr kumimoji="1" lang="en-US" altLang="ko-KR" sz="140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2169578"/>
            <a:ext cx="6442225" cy="35253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글과 그림으로</a:t>
            </a:r>
            <a:r>
              <a:rPr kumimoji="1" lang="en-US" altLang="ko-KR" sz="1400" dirty="0">
                <a:latin typeface="+mn-ea"/>
              </a:rPr>
              <a:t>)</a:t>
            </a:r>
          </a:p>
          <a:p>
            <a:r>
              <a:rPr lang="ko-KR" altLang="en-US" sz="1400" dirty="0"/>
              <a:t>가전제품을 비롯해 에너지 소비장치</a:t>
            </a:r>
            <a:r>
              <a:rPr lang="en-US" altLang="ko-KR" sz="1400" dirty="0"/>
              <a:t>,</a:t>
            </a:r>
            <a:r>
              <a:rPr lang="ko-KR" altLang="en-US" sz="1400" dirty="0"/>
              <a:t>의료시스템 접속</a:t>
            </a:r>
            <a:r>
              <a:rPr lang="en-US" altLang="ko-KR" sz="1400" dirty="0"/>
              <a:t>,</a:t>
            </a:r>
            <a:r>
              <a:rPr lang="ko-KR" altLang="en-US" sz="1400" dirty="0"/>
              <a:t> 보안 기기 등 다양한 분야에서 통신망으로 연결하여 모니터링하고 제어할 수 있는 기술을 말함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최근에는 사용자의 설정에 따라 자동으로 작동하거나 원격으로 조종할 수도 있음</a:t>
            </a:r>
            <a:r>
              <a:rPr lang="en-US" altLang="ko-KR" sz="1400" dirty="0"/>
              <a:t>.</a:t>
            </a:r>
          </a:p>
          <a:p>
            <a:endParaRPr kumimoji="1" lang="en-US" altLang="en-US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사례 </a:t>
            </a:r>
            <a:endParaRPr kumimoji="1" lang="en-US" altLang="ko-KR" sz="1400" dirty="0">
              <a:latin typeface="+mn-ea"/>
            </a:endParaRPr>
          </a:p>
          <a:p>
            <a:r>
              <a:rPr kumimoji="1" lang="en-US" altLang="en-US" sz="1400" dirty="0">
                <a:latin typeface="+mn-ea"/>
              </a:rPr>
              <a:t>IOT </a:t>
            </a:r>
            <a:r>
              <a:rPr kumimoji="1" lang="ko-KR" altLang="en-US" sz="1400" dirty="0">
                <a:latin typeface="+mn-ea"/>
              </a:rPr>
              <a:t>스마트 전동 커튼 </a:t>
            </a:r>
            <a:endParaRPr kumimoji="1" lang="en-US" altLang="ko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마우스로 그림 그리기 참 </a:t>
            </a:r>
            <a:r>
              <a:rPr kumimoji="1" lang="ko-KR" altLang="en-US" sz="1400" dirty="0" err="1">
                <a:latin typeface="+mn-ea"/>
              </a:rPr>
              <a:t>힘들군요</a:t>
            </a:r>
            <a:r>
              <a:rPr kumimoji="1" lang="en-US" altLang="ko-KR" sz="1400" dirty="0">
                <a:latin typeface="+mn-ea"/>
              </a:rPr>
              <a:t>)</a:t>
            </a:r>
          </a:p>
          <a:p>
            <a:r>
              <a:rPr kumimoji="1" lang="en-US" altLang="ko-KR" sz="1400">
                <a:latin typeface="+mn-ea"/>
              </a:rPr>
              <a:t>(</a:t>
            </a:r>
            <a:r>
              <a:rPr kumimoji="1" lang="ko-KR" altLang="en-US" sz="1400">
                <a:latin typeface="+mn-ea"/>
              </a:rPr>
              <a:t>터치 </a:t>
            </a:r>
            <a:r>
              <a:rPr kumimoji="1" lang="ko-KR" altLang="en-US" sz="1400" dirty="0">
                <a:latin typeface="+mn-ea"/>
              </a:rPr>
              <a:t>펜으로 </a:t>
            </a:r>
            <a:r>
              <a:rPr kumimoji="1" lang="ko-KR" altLang="en-US" sz="1400" dirty="0" err="1">
                <a:latin typeface="+mn-ea"/>
              </a:rPr>
              <a:t>그릴걸</a:t>
            </a:r>
            <a:r>
              <a:rPr kumimoji="1" lang="en-US" altLang="ko-KR" sz="1400" dirty="0">
                <a:latin typeface="+mn-ea"/>
              </a:rPr>
              <a:t>)</a:t>
            </a:r>
            <a:endParaRPr kumimoji="1" lang="ko-Kore-KR" altLang="en-US" sz="1400" dirty="0"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12A9375-9C71-4857-B808-ABC774A6F1E9}"/>
              </a:ext>
            </a:extLst>
          </p:cNvPr>
          <p:cNvGrpSpPr/>
          <p:nvPr/>
        </p:nvGrpSpPr>
        <p:grpSpPr>
          <a:xfrm>
            <a:off x="3330823" y="3618309"/>
            <a:ext cx="2431080" cy="1556640"/>
            <a:chOff x="3330823" y="3618309"/>
            <a:chExt cx="2431080" cy="155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E1CC5D3-6AF3-4C0B-B717-AC8D44DE0F38}"/>
                    </a:ext>
                  </a:extLst>
                </p14:cNvPr>
                <p14:cNvContentPartPr/>
                <p14:nvPr/>
              </p14:nvContentPartPr>
              <p14:xfrm>
                <a:off x="3330823" y="4336509"/>
                <a:ext cx="2431080" cy="66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E1CC5D3-6AF3-4C0B-B717-AC8D44DE0F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2183" y="4327869"/>
                  <a:ext cx="2448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1CC24F4-ED70-48D4-940C-276460C20F2E}"/>
                    </a:ext>
                  </a:extLst>
                </p14:cNvPr>
                <p14:cNvContentPartPr/>
                <p14:nvPr/>
              </p14:nvContentPartPr>
              <p14:xfrm>
                <a:off x="4556983" y="3618309"/>
                <a:ext cx="28080" cy="15566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1CC24F4-ED70-48D4-940C-276460C20F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48343" y="3609309"/>
                  <a:ext cx="45720" cy="157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3C6A7D05-5DB9-454F-B4BC-9F50912BD64B}"/>
                  </a:ext>
                </a:extLst>
              </p14:cNvPr>
              <p14:cNvContentPartPr/>
              <p14:nvPr/>
            </p14:nvContentPartPr>
            <p14:xfrm>
              <a:off x="3657343" y="4658349"/>
              <a:ext cx="2113200" cy="51408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3C6A7D05-5DB9-454F-B4BC-9F50912BD6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8343" y="4649709"/>
                <a:ext cx="2130840" cy="53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48BFE6D3-B41D-4531-9C54-CC8A20164A4D}"/>
              </a:ext>
            </a:extLst>
          </p:cNvPr>
          <p:cNvGrpSpPr/>
          <p:nvPr/>
        </p:nvGrpSpPr>
        <p:grpSpPr>
          <a:xfrm>
            <a:off x="3078103" y="3552789"/>
            <a:ext cx="442080" cy="1734480"/>
            <a:chOff x="3078103" y="3552789"/>
            <a:chExt cx="442080" cy="17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D1C9060-FE33-4834-8073-8E1132FD4174}"/>
                    </a:ext>
                  </a:extLst>
                </p14:cNvPr>
                <p14:cNvContentPartPr/>
                <p14:nvPr/>
              </p14:nvContentPartPr>
              <p14:xfrm>
                <a:off x="3226783" y="3565749"/>
                <a:ext cx="183600" cy="9064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D1C9060-FE33-4834-8073-8E1132FD41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17783" y="3557109"/>
                  <a:ext cx="20124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83DB2F9-898A-4CBB-A1F0-6B9DEDB50147}"/>
                    </a:ext>
                  </a:extLst>
                </p14:cNvPr>
                <p14:cNvContentPartPr/>
                <p14:nvPr/>
              </p14:nvContentPartPr>
              <p14:xfrm>
                <a:off x="3145783" y="3552789"/>
                <a:ext cx="185400" cy="641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83DB2F9-898A-4CBB-A1F0-6B9DEDB501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36783" y="3544149"/>
                  <a:ext cx="20304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92A9246-71A4-42A2-A5B1-67D8CDDDAAAB}"/>
                    </a:ext>
                  </a:extLst>
                </p14:cNvPr>
                <p14:cNvContentPartPr/>
                <p14:nvPr/>
              </p14:nvContentPartPr>
              <p14:xfrm>
                <a:off x="3078103" y="3565749"/>
                <a:ext cx="344520" cy="7398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92A9246-71A4-42A2-A5B1-67D8CDDDAA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69463" y="3557109"/>
                  <a:ext cx="36216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FBA71C1-4E86-4C9F-8DD2-4670FA633DEA}"/>
                    </a:ext>
                  </a:extLst>
                </p14:cNvPr>
                <p14:cNvContentPartPr/>
                <p14:nvPr/>
              </p14:nvContentPartPr>
              <p14:xfrm>
                <a:off x="3174223" y="3604629"/>
                <a:ext cx="248400" cy="8643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FBA71C1-4E86-4C9F-8DD2-4670FA633D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65223" y="3595989"/>
                  <a:ext cx="26604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16825F61-70DE-48FC-9B3C-FB502E5EA4D7}"/>
                    </a:ext>
                  </a:extLst>
                </p14:cNvPr>
                <p14:cNvContentPartPr/>
                <p14:nvPr/>
              </p14:nvContentPartPr>
              <p14:xfrm>
                <a:off x="3225703" y="4506429"/>
                <a:ext cx="105840" cy="7808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16825F61-70DE-48FC-9B3C-FB502E5EA4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17063" y="4497429"/>
                  <a:ext cx="12348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8BCC588-6A2E-4B26-904D-AFC0C2C9DC9F}"/>
                    </a:ext>
                  </a:extLst>
                </p14:cNvPr>
                <p14:cNvContentPartPr/>
                <p14:nvPr/>
              </p14:nvContentPartPr>
              <p14:xfrm>
                <a:off x="3265303" y="4519389"/>
                <a:ext cx="254880" cy="6973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8BCC588-6A2E-4B26-904D-AFC0C2C9DC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6663" y="4510389"/>
                  <a:ext cx="27252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A1B4492-2258-4AAA-9EF9-1A6432AF52D2}"/>
                    </a:ext>
                  </a:extLst>
                </p14:cNvPr>
                <p14:cNvContentPartPr/>
                <p14:nvPr/>
              </p14:nvContentPartPr>
              <p14:xfrm>
                <a:off x="3278263" y="4480509"/>
                <a:ext cx="65520" cy="6832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A1B4492-2258-4AAA-9EF9-1A6432AF52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9623" y="4471509"/>
                  <a:ext cx="83160" cy="70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303FE40-BF5F-40AC-82AA-19BA5022D0F0}"/>
              </a:ext>
            </a:extLst>
          </p:cNvPr>
          <p:cNvGrpSpPr/>
          <p:nvPr/>
        </p:nvGrpSpPr>
        <p:grpSpPr>
          <a:xfrm>
            <a:off x="5603503" y="3383229"/>
            <a:ext cx="562320" cy="1893960"/>
            <a:chOff x="5603503" y="3383229"/>
            <a:chExt cx="562320" cy="18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8DE30A00-A1F5-45C8-BDD7-F9FEDAAE3CEB}"/>
                    </a:ext>
                  </a:extLst>
                </p14:cNvPr>
                <p14:cNvContentPartPr/>
                <p14:nvPr/>
              </p14:nvContentPartPr>
              <p14:xfrm>
                <a:off x="5773423" y="3631269"/>
                <a:ext cx="215280" cy="67464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8DE30A00-A1F5-45C8-BDD7-F9FEDAAE3C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64783" y="3622269"/>
                  <a:ext cx="23292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47C3557-F3AE-40A5-B6DF-B55BED27AA69}"/>
                    </a:ext>
                  </a:extLst>
                </p14:cNvPr>
                <p14:cNvContentPartPr/>
                <p14:nvPr/>
              </p14:nvContentPartPr>
              <p14:xfrm>
                <a:off x="5942623" y="3631269"/>
                <a:ext cx="19440" cy="64692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47C3557-F3AE-40A5-B6DF-B55BED27AA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33623" y="3622269"/>
                  <a:ext cx="370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E14AA067-DF6F-47B7-9F0C-2EB17F283467}"/>
                    </a:ext>
                  </a:extLst>
                </p14:cNvPr>
                <p14:cNvContentPartPr/>
                <p14:nvPr/>
              </p14:nvContentPartPr>
              <p14:xfrm>
                <a:off x="5889343" y="3383229"/>
                <a:ext cx="158400" cy="7239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E14AA067-DF6F-47B7-9F0C-2EB17F2834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80703" y="3374229"/>
                  <a:ext cx="17604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9E20CE65-6ADB-4C69-AE76-BD6A0DB162D2}"/>
                    </a:ext>
                  </a:extLst>
                </p14:cNvPr>
                <p14:cNvContentPartPr/>
                <p14:nvPr/>
              </p14:nvContentPartPr>
              <p14:xfrm>
                <a:off x="5926063" y="3552789"/>
                <a:ext cx="239760" cy="8362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9E20CE65-6ADB-4C69-AE76-BD6A0DB162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17423" y="3544149"/>
                  <a:ext cx="25740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1D1520EC-6E09-459C-9948-CD541128D666}"/>
                    </a:ext>
                  </a:extLst>
                </p14:cNvPr>
                <p14:cNvContentPartPr/>
                <p14:nvPr/>
              </p14:nvContentPartPr>
              <p14:xfrm>
                <a:off x="5614303" y="4323549"/>
                <a:ext cx="329040" cy="9536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1D1520EC-6E09-459C-9948-CD541128D6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5663" y="4314909"/>
                  <a:ext cx="34668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F73FA6AE-CF00-48AE-BED8-4D52D04E757D}"/>
                    </a:ext>
                  </a:extLst>
                </p14:cNvPr>
                <p14:cNvContentPartPr/>
                <p14:nvPr/>
              </p14:nvContentPartPr>
              <p14:xfrm>
                <a:off x="5603503" y="4427949"/>
                <a:ext cx="274680" cy="70416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F73FA6AE-CF00-48AE-BED8-4D52D04E75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94863" y="4418949"/>
                  <a:ext cx="29232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3997DFE5-534E-4FAD-9E93-C9EFF215923E}"/>
                    </a:ext>
                  </a:extLst>
                </p14:cNvPr>
                <p14:cNvContentPartPr/>
                <p14:nvPr/>
              </p14:nvContentPartPr>
              <p14:xfrm>
                <a:off x="5771263" y="4166949"/>
                <a:ext cx="185400" cy="8794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3997DFE5-534E-4FAD-9E93-C9EFF21592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62263" y="4157949"/>
                  <a:ext cx="20304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DBD9D417-6BBD-470D-AFB7-753F3ACA8CBD}"/>
                    </a:ext>
                  </a:extLst>
                </p14:cNvPr>
                <p14:cNvContentPartPr/>
                <p14:nvPr/>
              </p14:nvContentPartPr>
              <p14:xfrm>
                <a:off x="5859103" y="4388349"/>
                <a:ext cx="123480" cy="5932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DBD9D417-6BBD-470D-AFB7-753F3ACA8CB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50463" y="4379709"/>
                  <a:ext cx="1411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1CA39169-803D-4374-9E1E-6948110A4538}"/>
                    </a:ext>
                  </a:extLst>
                </p14:cNvPr>
                <p14:cNvContentPartPr/>
                <p14:nvPr/>
              </p14:nvContentPartPr>
              <p14:xfrm>
                <a:off x="5967823" y="4480509"/>
                <a:ext cx="41400" cy="7077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1CA39169-803D-4374-9E1E-6948110A45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59183" y="4471509"/>
                  <a:ext cx="59040" cy="72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F7C4373-B543-4F5F-9510-02EB733FBEB1}"/>
              </a:ext>
            </a:extLst>
          </p:cNvPr>
          <p:cNvGrpSpPr/>
          <p:nvPr/>
        </p:nvGrpSpPr>
        <p:grpSpPr>
          <a:xfrm>
            <a:off x="1813783" y="3526149"/>
            <a:ext cx="4335120" cy="2314080"/>
            <a:chOff x="1813783" y="3526149"/>
            <a:chExt cx="4335120" cy="23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B370881B-6EF5-4C09-86CB-BDAFE516220F}"/>
                    </a:ext>
                  </a:extLst>
                </p14:cNvPr>
                <p14:cNvContentPartPr/>
                <p14:nvPr/>
              </p14:nvContentPartPr>
              <p14:xfrm>
                <a:off x="3147583" y="3552789"/>
                <a:ext cx="326880" cy="392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B370881B-6EF5-4C09-86CB-BDAFE51622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38583" y="3543789"/>
                  <a:ext cx="344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74D87E8-E743-4B77-A2B2-04E522019FA6}"/>
                    </a:ext>
                  </a:extLst>
                </p14:cNvPr>
                <p14:cNvContentPartPr/>
                <p14:nvPr/>
              </p14:nvContentPartPr>
              <p14:xfrm>
                <a:off x="3395623" y="3544149"/>
                <a:ext cx="2685240" cy="486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74D87E8-E743-4B77-A2B2-04E522019FA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6983" y="3535149"/>
                  <a:ext cx="2702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F5A163F-CC5D-40ED-8D14-87309FCEFFB4}"/>
                    </a:ext>
                  </a:extLst>
                </p14:cNvPr>
                <p14:cNvContentPartPr/>
                <p14:nvPr/>
              </p14:nvContentPartPr>
              <p14:xfrm>
                <a:off x="3249823" y="3526149"/>
                <a:ext cx="330840" cy="8614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F5A163F-CC5D-40ED-8D14-87309FCEFFB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40823" y="3517509"/>
                  <a:ext cx="34848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3F12EDE-F585-4219-B08B-EEF0F97CD8B9}"/>
                    </a:ext>
                  </a:extLst>
                </p14:cNvPr>
                <p14:cNvContentPartPr/>
                <p14:nvPr/>
              </p14:nvContentPartPr>
              <p14:xfrm>
                <a:off x="3134623" y="3591669"/>
                <a:ext cx="44640" cy="756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3F12EDE-F585-4219-B08B-EEF0F97CD8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25623" y="3583029"/>
                  <a:ext cx="622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2F28388-9233-4F81-976C-ADAB6B945C0B}"/>
                    </a:ext>
                  </a:extLst>
                </p14:cNvPr>
                <p14:cNvContentPartPr/>
                <p14:nvPr/>
              </p14:nvContentPartPr>
              <p14:xfrm>
                <a:off x="3121663" y="4390509"/>
                <a:ext cx="563400" cy="777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2F28388-9233-4F81-976C-ADAB6B945C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12663" y="4381869"/>
                  <a:ext cx="58104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2342FAC-73F6-4E8E-B4D5-CC6B0BA6DD8A}"/>
                    </a:ext>
                  </a:extLst>
                </p14:cNvPr>
                <p14:cNvContentPartPr/>
                <p14:nvPr/>
              </p14:nvContentPartPr>
              <p14:xfrm>
                <a:off x="3134623" y="4349469"/>
                <a:ext cx="465840" cy="9176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2342FAC-73F6-4E8E-B4D5-CC6B0BA6DD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25623" y="4340829"/>
                  <a:ext cx="483480" cy="9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0134E1C-00C6-4965-A110-7CF8952367ED}"/>
                    </a:ext>
                  </a:extLst>
                </p14:cNvPr>
                <p14:cNvContentPartPr/>
                <p14:nvPr/>
              </p14:nvContentPartPr>
              <p14:xfrm>
                <a:off x="6011383" y="3578709"/>
                <a:ext cx="115920" cy="1538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0134E1C-00C6-4965-A110-7CF8952367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02383" y="3570069"/>
                  <a:ext cx="133560" cy="15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A2A0204-4109-4E06-9AA3-F9D729B6B5D2}"/>
                    </a:ext>
                  </a:extLst>
                </p14:cNvPr>
                <p14:cNvContentPartPr/>
                <p14:nvPr/>
              </p14:nvContentPartPr>
              <p14:xfrm>
                <a:off x="5577223" y="3578709"/>
                <a:ext cx="571680" cy="7084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A2A0204-4109-4E06-9AA3-F9D729B6B5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68583" y="3570069"/>
                  <a:ext cx="58932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F089D28-51DD-4AC9-BAFC-FC0C311A0A25}"/>
                    </a:ext>
                  </a:extLst>
                </p14:cNvPr>
                <p14:cNvContentPartPr/>
                <p14:nvPr/>
              </p14:nvContentPartPr>
              <p14:xfrm>
                <a:off x="5627263" y="4258389"/>
                <a:ext cx="408240" cy="9338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F089D28-51DD-4AC9-BAFC-FC0C311A0A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18263" y="4249389"/>
                  <a:ext cx="42588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0F13496-799A-439F-B53B-736897842D42}"/>
                    </a:ext>
                  </a:extLst>
                </p14:cNvPr>
                <p14:cNvContentPartPr/>
                <p14:nvPr/>
              </p14:nvContentPartPr>
              <p14:xfrm>
                <a:off x="3239023" y="5157669"/>
                <a:ext cx="2625120" cy="1249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0F13496-799A-439F-B53B-736897842D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30023" y="5148669"/>
                  <a:ext cx="2642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30077C89-4645-4181-AA4C-82003822B95C}"/>
                    </a:ext>
                  </a:extLst>
                </p14:cNvPr>
                <p14:cNvContentPartPr/>
                <p14:nvPr/>
              </p14:nvContentPartPr>
              <p14:xfrm>
                <a:off x="1813783" y="4063269"/>
                <a:ext cx="564480" cy="7182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30077C89-4645-4181-AA4C-82003822B9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04783" y="4054629"/>
                  <a:ext cx="58212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5459F5D0-03AF-434E-AA79-45E4E59D30B6}"/>
                    </a:ext>
                  </a:extLst>
                </p14:cNvPr>
                <p14:cNvContentPartPr/>
                <p14:nvPr/>
              </p14:nvContentPartPr>
              <p14:xfrm>
                <a:off x="2128783" y="4806669"/>
                <a:ext cx="360" cy="3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5459F5D0-03AF-434E-AA79-45E4E59D30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19783" y="479802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D5189824-3EC2-4DFB-9244-5AC568ECFDE1}"/>
                    </a:ext>
                  </a:extLst>
                </p14:cNvPr>
                <p14:cNvContentPartPr/>
                <p14:nvPr/>
              </p14:nvContentPartPr>
              <p14:xfrm>
                <a:off x="2102503" y="4780389"/>
                <a:ext cx="80640" cy="77760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D5189824-3EC2-4DFB-9244-5AC568ECFD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93863" y="4771389"/>
                  <a:ext cx="9828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17D008A4-A7F7-4433-AB81-B9172C7AD8F0}"/>
                    </a:ext>
                  </a:extLst>
                </p14:cNvPr>
                <p14:cNvContentPartPr/>
                <p14:nvPr/>
              </p14:nvContentPartPr>
              <p14:xfrm>
                <a:off x="2168023" y="4767429"/>
                <a:ext cx="284040" cy="3564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17D008A4-A7F7-4433-AB81-B9172C7AD8F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59383" y="4758429"/>
                  <a:ext cx="3016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DDC9D6BD-5A85-4696-94D5-0CCA9C2C2993}"/>
                    </a:ext>
                  </a:extLst>
                </p14:cNvPr>
                <p14:cNvContentPartPr/>
                <p14:nvPr/>
              </p14:nvContentPartPr>
              <p14:xfrm>
                <a:off x="2312023" y="4953189"/>
                <a:ext cx="493920" cy="25884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DDC9D6BD-5A85-4696-94D5-0CCA9C2C29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03023" y="4944189"/>
                  <a:ext cx="511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874D1568-AFD2-44D8-9F0D-CB8D9C111BDE}"/>
                    </a:ext>
                  </a:extLst>
                </p14:cNvPr>
                <p14:cNvContentPartPr/>
                <p14:nvPr/>
              </p14:nvContentPartPr>
              <p14:xfrm>
                <a:off x="2442343" y="4913949"/>
                <a:ext cx="79920" cy="1540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874D1568-AFD2-44D8-9F0D-CB8D9C111B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33343" y="4905309"/>
                  <a:ext cx="97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14FB90E3-BC1F-480F-9695-C00044AAEB8C}"/>
                    </a:ext>
                  </a:extLst>
                </p14:cNvPr>
                <p14:cNvContentPartPr/>
                <p14:nvPr/>
              </p14:nvContentPartPr>
              <p14:xfrm>
                <a:off x="2547103" y="4872909"/>
                <a:ext cx="317520" cy="11196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14FB90E3-BC1F-480F-9695-C00044AAEB8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38103" y="4863909"/>
                  <a:ext cx="335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6CACEA7E-C2B6-4BC7-B920-316D7B7DC45F}"/>
                    </a:ext>
                  </a:extLst>
                </p14:cNvPr>
                <p14:cNvContentPartPr/>
                <p14:nvPr/>
              </p14:nvContentPartPr>
              <p14:xfrm>
                <a:off x="2403103" y="4708389"/>
                <a:ext cx="599760" cy="32904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6CACEA7E-C2B6-4BC7-B920-316D7B7DC4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94463" y="4699749"/>
                  <a:ext cx="6174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3AE3A67C-273A-4F30-906A-D54502ACF7BA}"/>
                    </a:ext>
                  </a:extLst>
                </p14:cNvPr>
                <p14:cNvContentPartPr/>
                <p14:nvPr/>
              </p14:nvContentPartPr>
              <p14:xfrm>
                <a:off x="2416423" y="4885149"/>
                <a:ext cx="196560" cy="18216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3AE3A67C-273A-4F30-906A-D54502ACF7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07423" y="4876509"/>
                  <a:ext cx="214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28120071-2DF3-4E55-A726-B435ED055C04}"/>
                    </a:ext>
                  </a:extLst>
                </p14:cNvPr>
                <p14:cNvContentPartPr/>
                <p14:nvPr/>
              </p14:nvContentPartPr>
              <p14:xfrm>
                <a:off x="2363863" y="5250549"/>
                <a:ext cx="241200" cy="57204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28120071-2DF3-4E55-A726-B435ED055C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54863" y="5241909"/>
                  <a:ext cx="2588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7F02C545-EED7-428E-A6DA-740232BE325B}"/>
                    </a:ext>
                  </a:extLst>
                </p14:cNvPr>
                <p14:cNvContentPartPr/>
                <p14:nvPr/>
              </p14:nvContentPartPr>
              <p14:xfrm>
                <a:off x="2749783" y="5068029"/>
                <a:ext cx="45720" cy="1368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7F02C545-EED7-428E-A6DA-740232BE32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41143" y="5059029"/>
                  <a:ext cx="63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9961AFAE-5F5F-4CCD-BBD6-B9A020F648C7}"/>
                    </a:ext>
                  </a:extLst>
                </p14:cNvPr>
                <p14:cNvContentPartPr/>
                <p14:nvPr/>
              </p14:nvContentPartPr>
              <p14:xfrm>
                <a:off x="2821063" y="5042109"/>
                <a:ext cx="143640" cy="6120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9961AFAE-5F5F-4CCD-BBD6-B9A020F64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12423" y="5033109"/>
                  <a:ext cx="161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AA1CE0FF-FAF3-4E61-B690-8370EA4BA773}"/>
                    </a:ext>
                  </a:extLst>
                </p14:cNvPr>
                <p14:cNvContentPartPr/>
                <p14:nvPr/>
              </p14:nvContentPartPr>
              <p14:xfrm>
                <a:off x="2808103" y="5107269"/>
                <a:ext cx="147600" cy="25956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AA1CE0FF-FAF3-4E61-B690-8370EA4BA7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99463" y="5098629"/>
                  <a:ext cx="165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544391C5-0752-4E2D-B6DB-8C7EF056AC94}"/>
                    </a:ext>
                  </a:extLst>
                </p14:cNvPr>
                <p14:cNvContentPartPr/>
                <p14:nvPr/>
              </p14:nvContentPartPr>
              <p14:xfrm>
                <a:off x="2945623" y="5368269"/>
                <a:ext cx="136800" cy="11484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544391C5-0752-4E2D-B6DB-8C7EF056AC9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36623" y="5359629"/>
                  <a:ext cx="154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46B0C51-6934-48D8-AE10-ADDBE2EAC7B4}"/>
                    </a:ext>
                  </a:extLst>
                </p14:cNvPr>
                <p14:cNvContentPartPr/>
                <p14:nvPr/>
              </p14:nvContentPartPr>
              <p14:xfrm>
                <a:off x="3056143" y="5381589"/>
                <a:ext cx="96480" cy="10908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46B0C51-6934-48D8-AE10-ADDBE2EAC7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47503" y="5372589"/>
                  <a:ext cx="114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F14956E4-BF4F-472E-9110-13D1CF06601A}"/>
                    </a:ext>
                  </a:extLst>
                </p14:cNvPr>
                <p14:cNvContentPartPr/>
                <p14:nvPr/>
              </p14:nvContentPartPr>
              <p14:xfrm>
                <a:off x="2795143" y="5603709"/>
                <a:ext cx="423000" cy="2736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F14956E4-BF4F-472E-9110-13D1CF0660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6503" y="5594709"/>
                  <a:ext cx="440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D45D52D7-739C-4FA4-AF4E-5832C993E1AC}"/>
                    </a:ext>
                  </a:extLst>
                </p14:cNvPr>
                <p14:cNvContentPartPr/>
                <p14:nvPr/>
              </p14:nvContentPartPr>
              <p14:xfrm>
                <a:off x="3256303" y="5459709"/>
                <a:ext cx="22320" cy="1587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D45D52D7-739C-4FA4-AF4E-5832C993E1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47663" y="5451069"/>
                  <a:ext cx="39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B943A7F8-81BE-4CC4-A912-BF08C30726CC}"/>
                    </a:ext>
                  </a:extLst>
                </p14:cNvPr>
                <p14:cNvContentPartPr/>
                <p14:nvPr/>
              </p14:nvContentPartPr>
              <p14:xfrm>
                <a:off x="3200143" y="5381589"/>
                <a:ext cx="201600" cy="22644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B943A7F8-81BE-4CC4-A912-BF08C30726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91143" y="5372589"/>
                  <a:ext cx="2192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7B643ACD-CC57-478B-AC1C-BC72030D44E1}"/>
                    </a:ext>
                  </a:extLst>
                </p14:cNvPr>
                <p14:cNvContentPartPr/>
                <p14:nvPr/>
              </p14:nvContentPartPr>
              <p14:xfrm>
                <a:off x="3317143" y="5642589"/>
                <a:ext cx="108720" cy="3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7B643ACD-CC57-478B-AC1C-BC72030D44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08503" y="5633589"/>
                  <a:ext cx="12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83B69BA1-9494-4388-8B28-AB99DAC2BE1C}"/>
                    </a:ext>
                  </a:extLst>
                </p14:cNvPr>
                <p14:cNvContentPartPr/>
                <p14:nvPr/>
              </p14:nvContentPartPr>
              <p14:xfrm>
                <a:off x="3513343" y="5485629"/>
                <a:ext cx="360" cy="30708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83B69BA1-9494-4388-8B28-AB99DAC2BE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04703" y="5476989"/>
                  <a:ext cx="180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1AC948C5-C067-4F79-BC26-A1F84EC0E6F2}"/>
                    </a:ext>
                  </a:extLst>
                </p14:cNvPr>
                <p14:cNvContentPartPr/>
                <p14:nvPr/>
              </p14:nvContentPartPr>
              <p14:xfrm>
                <a:off x="3513703" y="5541069"/>
                <a:ext cx="71640" cy="104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1AC948C5-C067-4F79-BC26-A1F84EC0E6F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04703" y="5532069"/>
                  <a:ext cx="89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16C9870B-1B3A-4CC8-B994-DA527AA4B8E8}"/>
                    </a:ext>
                  </a:extLst>
                </p14:cNvPr>
                <p14:cNvContentPartPr/>
                <p14:nvPr/>
              </p14:nvContentPartPr>
              <p14:xfrm>
                <a:off x="3696223" y="5329029"/>
                <a:ext cx="132840" cy="5832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16C9870B-1B3A-4CC8-B994-DA527AA4B8E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87223" y="5320029"/>
                  <a:ext cx="150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ED29FB54-161C-442A-B19A-C1CDAB917847}"/>
                    </a:ext>
                  </a:extLst>
                </p14:cNvPr>
                <p14:cNvContentPartPr/>
                <p14:nvPr/>
              </p14:nvContentPartPr>
              <p14:xfrm>
                <a:off x="3630703" y="5512269"/>
                <a:ext cx="154800" cy="19980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ED29FB54-161C-442A-B19A-C1CDAB9178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2063" y="5503269"/>
                  <a:ext cx="172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1A8DB9C0-9872-4490-8A00-38CFE7C6DB97}"/>
                    </a:ext>
                  </a:extLst>
                </p14:cNvPr>
                <p14:cNvContentPartPr/>
                <p14:nvPr/>
              </p14:nvContentPartPr>
              <p14:xfrm>
                <a:off x="3591823" y="5579949"/>
                <a:ext cx="228240" cy="1080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1A8DB9C0-9872-4490-8A00-38CFE7C6DB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83183" y="5571309"/>
                  <a:ext cx="245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62604664-611E-4DB4-91E6-595302C242BE}"/>
                    </a:ext>
                  </a:extLst>
                </p14:cNvPr>
                <p14:cNvContentPartPr/>
                <p14:nvPr/>
              </p14:nvContentPartPr>
              <p14:xfrm>
                <a:off x="3500743" y="5747349"/>
                <a:ext cx="672840" cy="2736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62604664-611E-4DB4-91E6-595302C242B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91743" y="5738709"/>
                  <a:ext cx="690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7E5DA60F-A892-49B7-B5FB-9F9B56EE2BA3}"/>
                    </a:ext>
                  </a:extLst>
                </p14:cNvPr>
                <p14:cNvContentPartPr/>
                <p14:nvPr/>
              </p14:nvContentPartPr>
              <p14:xfrm>
                <a:off x="4022743" y="5311749"/>
                <a:ext cx="331560" cy="6984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7E5DA60F-A892-49B7-B5FB-9F9B56EE2BA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13743" y="5303109"/>
                  <a:ext cx="349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996A93A9-13E4-414F-BA5A-7C2C4D10DF35}"/>
                    </a:ext>
                  </a:extLst>
                </p14:cNvPr>
                <p14:cNvContentPartPr/>
                <p14:nvPr/>
              </p14:nvContentPartPr>
              <p14:xfrm>
                <a:off x="4231903" y="5342709"/>
                <a:ext cx="46440" cy="20052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996A93A9-13E4-414F-BA5A-7C2C4D10DF3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22903" y="5333709"/>
                  <a:ext cx="64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26B31695-8865-4823-B476-E57821F68E84}"/>
                    </a:ext>
                  </a:extLst>
                </p14:cNvPr>
                <p14:cNvContentPartPr/>
                <p14:nvPr/>
              </p14:nvContentPartPr>
              <p14:xfrm>
                <a:off x="4297423" y="5368629"/>
                <a:ext cx="20880" cy="734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26B31695-8865-4823-B476-E57821F68E8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88423" y="5359629"/>
                  <a:ext cx="38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DC980D1C-82AE-4B74-9FF5-A80A45704586}"/>
                    </a:ext>
                  </a:extLst>
                </p14:cNvPr>
                <p14:cNvContentPartPr/>
                <p14:nvPr/>
              </p14:nvContentPartPr>
              <p14:xfrm>
                <a:off x="3944263" y="5437029"/>
                <a:ext cx="623160" cy="18000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DC980D1C-82AE-4B74-9FF5-A80A457045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35623" y="5428029"/>
                  <a:ext cx="64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BA54CAA9-4CAF-4DC3-B502-521613E59CB3}"/>
                    </a:ext>
                  </a:extLst>
                </p14:cNvPr>
                <p14:cNvContentPartPr/>
                <p14:nvPr/>
              </p14:nvContentPartPr>
              <p14:xfrm>
                <a:off x="4388503" y="5472669"/>
                <a:ext cx="360" cy="6084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BA54CAA9-4CAF-4DC3-B502-521613E59CB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79863" y="5464029"/>
                  <a:ext cx="18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BE876240-47A3-4DAB-BB9D-ABAE361CBF33}"/>
                    </a:ext>
                  </a:extLst>
                </p14:cNvPr>
                <p14:cNvContentPartPr/>
                <p14:nvPr/>
              </p14:nvContentPartPr>
              <p14:xfrm>
                <a:off x="4218943" y="5590749"/>
                <a:ext cx="286560" cy="540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BE876240-47A3-4DAB-BB9D-ABAE361CBF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09943" y="5581749"/>
                  <a:ext cx="304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A79E50B0-834D-47B5-88D3-0B2E867976E5}"/>
                    </a:ext>
                  </a:extLst>
                </p14:cNvPr>
                <p14:cNvContentPartPr/>
                <p14:nvPr/>
              </p14:nvContentPartPr>
              <p14:xfrm>
                <a:off x="4193023" y="5720709"/>
                <a:ext cx="448560" cy="11952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A79E50B0-834D-47B5-88D3-0B2E867976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84023" y="5712069"/>
                  <a:ext cx="466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03117EB2-5073-47D9-82FE-12D1BE285390}"/>
                    </a:ext>
                  </a:extLst>
                </p14:cNvPr>
                <p14:cNvContentPartPr/>
                <p14:nvPr/>
              </p14:nvContentPartPr>
              <p14:xfrm>
                <a:off x="1867783" y="4375389"/>
                <a:ext cx="205920" cy="8064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03117EB2-5073-47D9-82FE-12D1BE2853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58783" y="4366749"/>
                  <a:ext cx="223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AAACB123-2890-44A2-8EA5-B8993B18BB64}"/>
                    </a:ext>
                  </a:extLst>
                </p14:cNvPr>
                <p14:cNvContentPartPr/>
                <p14:nvPr/>
              </p14:nvContentPartPr>
              <p14:xfrm>
                <a:off x="2011423" y="4323549"/>
                <a:ext cx="183240" cy="5292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AAACB123-2890-44A2-8EA5-B8993B18BB6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02423" y="4314909"/>
                  <a:ext cx="200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13C80D83-BBC9-424B-82DF-099403ADA25B}"/>
                    </a:ext>
                  </a:extLst>
                </p14:cNvPr>
                <p14:cNvContentPartPr/>
                <p14:nvPr/>
              </p14:nvContentPartPr>
              <p14:xfrm>
                <a:off x="2206903" y="4352349"/>
                <a:ext cx="21600" cy="1044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13C80D83-BBC9-424B-82DF-099403ADA2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98263" y="4343349"/>
                  <a:ext cx="39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AF38E84E-86C1-46E7-AF5C-90347BDADB75}"/>
                    </a:ext>
                  </a:extLst>
                </p14:cNvPr>
                <p14:cNvContentPartPr/>
                <p14:nvPr/>
              </p14:nvContentPartPr>
              <p14:xfrm>
                <a:off x="2219863" y="4258389"/>
                <a:ext cx="208800" cy="36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AF38E84E-86C1-46E7-AF5C-90347BDADB7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11223" y="4249389"/>
                  <a:ext cx="226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98BA451E-8CE4-4095-B00B-E56F17FD27AA}"/>
                    </a:ext>
                  </a:extLst>
                </p14:cNvPr>
                <p14:cNvContentPartPr/>
                <p14:nvPr/>
              </p14:nvContentPartPr>
              <p14:xfrm>
                <a:off x="2076943" y="4553229"/>
                <a:ext cx="360" cy="57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98BA451E-8CE4-4095-B00B-E56F17FD27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67943" y="4544589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942DC71A-243E-44BA-BFEA-937D80EAC34D}"/>
                    </a:ext>
                  </a:extLst>
                </p14:cNvPr>
                <p14:cNvContentPartPr/>
                <p14:nvPr/>
              </p14:nvContentPartPr>
              <p14:xfrm>
                <a:off x="2108983" y="4432989"/>
                <a:ext cx="158760" cy="8928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942DC71A-243E-44BA-BFEA-937D80EAC34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99983" y="4424349"/>
                  <a:ext cx="17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09B65FB7-A514-44B6-ABA8-231DB9710548}"/>
                    </a:ext>
                  </a:extLst>
                </p14:cNvPr>
                <p14:cNvContentPartPr/>
                <p14:nvPr/>
              </p14:nvContentPartPr>
              <p14:xfrm>
                <a:off x="2155063" y="4461789"/>
                <a:ext cx="15840" cy="2016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09B65FB7-A514-44B6-ABA8-231DB971054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46423" y="4452789"/>
                  <a:ext cx="33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D793A977-0A03-4836-B170-6DA8C46C6AF0}"/>
                    </a:ext>
                  </a:extLst>
                </p14:cNvPr>
                <p14:cNvContentPartPr/>
                <p14:nvPr/>
              </p14:nvContentPartPr>
              <p14:xfrm>
                <a:off x="1987303" y="4526949"/>
                <a:ext cx="139320" cy="15912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D793A977-0A03-4836-B170-6DA8C46C6AF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78303" y="4518309"/>
                  <a:ext cx="156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73C365A5-4A2C-4ED2-BC74-7A6D37D1A0A5}"/>
                    </a:ext>
                  </a:extLst>
                </p14:cNvPr>
                <p14:cNvContentPartPr/>
                <p14:nvPr/>
              </p14:nvContentPartPr>
              <p14:xfrm>
                <a:off x="2233543" y="4512189"/>
                <a:ext cx="195840" cy="597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73C365A5-4A2C-4ED2-BC74-7A6D37D1A0A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224903" y="4503549"/>
                  <a:ext cx="213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CA50AD6E-6439-4866-9A12-953822B2984D}"/>
                    </a:ext>
                  </a:extLst>
                </p14:cNvPr>
                <p14:cNvContentPartPr/>
                <p14:nvPr/>
              </p14:nvContentPartPr>
              <p14:xfrm>
                <a:off x="3611623" y="3892269"/>
                <a:ext cx="163080" cy="2232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CA50AD6E-6439-4866-9A12-953822B2984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02983" y="3883269"/>
                  <a:ext cx="180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BBD8703B-23C5-48E1-BEC5-DE78E481DDA0}"/>
                    </a:ext>
                  </a:extLst>
                </p14:cNvPr>
                <p14:cNvContentPartPr/>
                <p14:nvPr/>
              </p14:nvContentPartPr>
              <p14:xfrm>
                <a:off x="3582463" y="3931869"/>
                <a:ext cx="753840" cy="25488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BBD8703B-23C5-48E1-BEC5-DE78E481DDA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573823" y="3922869"/>
                  <a:ext cx="771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C0ABAE29-745B-42CD-87E3-FA85BD9FF597}"/>
                    </a:ext>
                  </a:extLst>
                </p14:cNvPr>
                <p14:cNvContentPartPr/>
                <p14:nvPr/>
              </p14:nvContentPartPr>
              <p14:xfrm>
                <a:off x="3415783" y="4179909"/>
                <a:ext cx="450360" cy="1962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C0ABAE29-745B-42CD-87E3-FA85BD9FF59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407143" y="4170909"/>
                  <a:ext cx="468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EA4D86D-CC27-473D-A909-2429E6F7BE39}"/>
                    </a:ext>
                  </a:extLst>
                </p14:cNvPr>
                <p14:cNvContentPartPr/>
                <p14:nvPr/>
              </p14:nvContentPartPr>
              <p14:xfrm>
                <a:off x="5159623" y="3787869"/>
                <a:ext cx="533160" cy="3960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EA4D86D-CC27-473D-A909-2429E6F7BE3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50623" y="3779229"/>
                  <a:ext cx="550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D83268B6-FA1B-419D-BBA6-70E674C63AFE}"/>
                    </a:ext>
                  </a:extLst>
                </p14:cNvPr>
                <p14:cNvContentPartPr/>
                <p14:nvPr/>
              </p14:nvContentPartPr>
              <p14:xfrm>
                <a:off x="4950103" y="3944829"/>
                <a:ext cx="981360" cy="6840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D83268B6-FA1B-419D-BBA6-70E674C63AF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41463" y="3935829"/>
                  <a:ext cx="999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99DBC279-35A0-48C3-9C72-5B2A8E2D2755}"/>
                    </a:ext>
                  </a:extLst>
                </p14:cNvPr>
                <p14:cNvContentPartPr/>
                <p14:nvPr/>
              </p14:nvContentPartPr>
              <p14:xfrm>
                <a:off x="5055223" y="4205829"/>
                <a:ext cx="646920" cy="1404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99DBC279-35A0-48C3-9C72-5B2A8E2D275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046223" y="4196829"/>
                  <a:ext cx="66456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D084AF2D-009D-4B75-BCFF-2283F814BFBE}"/>
                  </a:ext>
                </a:extLst>
              </p14:cNvPr>
              <p14:cNvContentPartPr/>
              <p14:nvPr/>
            </p14:nvContentPartPr>
            <p14:xfrm>
              <a:off x="639463" y="3892269"/>
              <a:ext cx="360" cy="360"/>
            </p14:xfrm>
          </p:contentPart>
        </mc:Choice>
        <mc:Fallback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D084AF2D-009D-4B75-BCFF-2283F814BF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0823" y="388326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6" name="잉크 105">
                <a:extLst>
                  <a:ext uri="{FF2B5EF4-FFF2-40B4-BE49-F238E27FC236}">
                    <a16:creationId xmlns:a16="http://schemas.microsoft.com/office/drawing/2014/main" id="{0AE90DEB-FACA-4972-89AF-0587D6C652C8}"/>
                  </a:ext>
                </a:extLst>
              </p14:cNvPr>
              <p14:cNvContentPartPr/>
              <p14:nvPr/>
            </p14:nvContentPartPr>
            <p14:xfrm>
              <a:off x="2442343" y="3490149"/>
              <a:ext cx="360" cy="10800"/>
            </p14:xfrm>
          </p:contentPart>
        </mc:Choice>
        <mc:Fallback>
          <p:pic>
            <p:nvPicPr>
              <p:cNvPr id="106" name="잉크 105">
                <a:extLst>
                  <a:ext uri="{FF2B5EF4-FFF2-40B4-BE49-F238E27FC236}">
                    <a16:creationId xmlns:a16="http://schemas.microsoft.com/office/drawing/2014/main" id="{0AE90DEB-FACA-4972-89AF-0587D6C652C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433343" y="3481149"/>
                <a:ext cx="1800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173</Words>
  <Application>Microsoft Office PowerPoint</Application>
  <PresentationFormat>A4 용지(210x297mm)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24</cp:revision>
  <dcterms:created xsi:type="dcterms:W3CDTF">2020-12-27T02:05:04Z</dcterms:created>
  <dcterms:modified xsi:type="dcterms:W3CDTF">2021-05-08T10:50:42Z</dcterms:modified>
</cp:coreProperties>
</file>