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62"/>
    <p:restoredTop sz="96405"/>
  </p:normalViewPr>
  <p:slideViewPr>
    <p:cSldViewPr snapToGrid="0" snapToObjects="1" showGuides="1">
      <p:cViewPr varScale="1">
        <p:scale>
          <a:sx n="59" d="100"/>
          <a:sy n="59" d="100"/>
        </p:scale>
        <p:origin x="2059" y="8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90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84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9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57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32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0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13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298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1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466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28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3533-4FA2-F14B-AEA2-5287B408F2EF}" type="datetimeFigureOut">
              <a:rPr kumimoji="1" lang="ko-Kore-KR" altLang="en-US" smtClean="0"/>
              <a:t>05/15/2021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quickdraw.withgoogle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DD0B4-9759-2A40-90CA-C0781B782D3B}"/>
              </a:ext>
            </a:extLst>
          </p:cNvPr>
          <p:cNvSpPr txBox="1"/>
          <p:nvPr/>
        </p:nvSpPr>
        <p:spPr>
          <a:xfrm>
            <a:off x="211015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학번</a:t>
            </a:r>
            <a:r>
              <a:rPr kumimoji="1" lang="en-US" altLang="ko-KR" sz="1400" dirty="0">
                <a:latin typeface="+mn-ea"/>
              </a:rPr>
              <a:t>: 20213032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75A5A-0598-C643-A746-1B33D408F356}"/>
              </a:ext>
            </a:extLst>
          </p:cNvPr>
          <p:cNvSpPr txBox="1"/>
          <p:nvPr/>
        </p:nvSpPr>
        <p:spPr>
          <a:xfrm>
            <a:off x="2811194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이름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권영훈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F2EE9-395E-484A-B61F-3F5A3BC9AD01}"/>
              </a:ext>
            </a:extLst>
          </p:cNvPr>
          <p:cNvSpPr txBox="1"/>
          <p:nvPr/>
        </p:nvSpPr>
        <p:spPr>
          <a:xfrm>
            <a:off x="211009" y="727134"/>
            <a:ext cx="6400803" cy="418535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b="1" dirty="0" err="1">
                <a:solidFill>
                  <a:schemeClr val="bg1"/>
                </a:solidFill>
                <a:latin typeface="+mn-ea"/>
              </a:rPr>
              <a:t>컴퓨터개론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학년도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학기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Homework#7</a:t>
            </a:r>
            <a:endParaRPr kumimoji="1" lang="ko-Kore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5F9D5-6837-5A45-B395-C440E680ECB4}"/>
              </a:ext>
            </a:extLst>
          </p:cNvPr>
          <p:cNvSpPr txBox="1"/>
          <p:nvPr/>
        </p:nvSpPr>
        <p:spPr>
          <a:xfrm>
            <a:off x="211011" y="1243840"/>
            <a:ext cx="6400804" cy="7591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다음 </a:t>
            </a:r>
            <a:r>
              <a:rPr kumimoji="1" lang="en-US" altLang="ko-KR" sz="1400" dirty="0">
                <a:latin typeface="+mn-ea"/>
              </a:rPr>
              <a:t>URL</a:t>
            </a:r>
            <a:r>
              <a:rPr kumimoji="1" lang="ko-KR" altLang="en-US" sz="1400" dirty="0">
                <a:latin typeface="+mn-ea"/>
              </a:rPr>
              <a:t>을 방문하여 직접 </a:t>
            </a:r>
            <a:r>
              <a:rPr kumimoji="1" lang="en-US" altLang="ko-KR" sz="1400" dirty="0">
                <a:latin typeface="+mn-ea"/>
              </a:rPr>
              <a:t>AI </a:t>
            </a:r>
            <a:r>
              <a:rPr kumimoji="1" lang="ko-KR" altLang="en-US" sz="1400" dirty="0">
                <a:latin typeface="+mn-ea"/>
              </a:rPr>
              <a:t>기술을 경험해보고</a:t>
            </a:r>
            <a:r>
              <a:rPr kumimoji="1" lang="en-US" altLang="ko-KR" sz="1400" dirty="0">
                <a:latin typeface="+mn-ea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느낌</a:t>
            </a: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장단점</a:t>
            </a:r>
            <a:r>
              <a:rPr kumimoji="1" lang="en-US" altLang="ko-KR" sz="1400" dirty="0">
                <a:latin typeface="+mn-ea"/>
              </a:rPr>
              <a:t>,</a:t>
            </a:r>
            <a:r>
              <a:rPr kumimoji="1" lang="ko-KR" altLang="en-US" sz="1400" dirty="0">
                <a:latin typeface="+mn-ea"/>
              </a:rPr>
              <a:t> 한계점</a:t>
            </a:r>
            <a:r>
              <a:rPr kumimoji="1" lang="en-US" altLang="ko-KR" sz="1400" dirty="0">
                <a:latin typeface="+mn-ea"/>
              </a:rPr>
              <a:t>,</a:t>
            </a:r>
            <a:r>
              <a:rPr kumimoji="1" lang="ko-KR" altLang="en-US" sz="1400" dirty="0">
                <a:latin typeface="+mn-ea"/>
              </a:rPr>
              <a:t> 활용가능성 등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 을 작성해 봅니다</a:t>
            </a:r>
            <a:r>
              <a:rPr kumimoji="1" lang="en-US" altLang="ko-KR" sz="1400" dirty="0">
                <a:latin typeface="+mn-ea"/>
              </a:rPr>
              <a:t>.</a:t>
            </a:r>
            <a:endParaRPr kumimoji="1" lang="ko-KR" altLang="en-US" sz="1400" dirty="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8D1148-B17E-804F-AF6A-14511DAAE1CB}"/>
              </a:ext>
            </a:extLst>
          </p:cNvPr>
          <p:cNvSpPr txBox="1"/>
          <p:nvPr/>
        </p:nvSpPr>
        <p:spPr>
          <a:xfrm>
            <a:off x="211009" y="3546582"/>
            <a:ext cx="6442225" cy="618524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ko-KR" altLang="en-US" sz="1400" dirty="0">
                <a:latin typeface="+mn-ea"/>
              </a:rPr>
              <a:t>일단 특이한 점은 내가 그린 그림을 해석하여 이 그림이 무엇을 그린 것인지</a:t>
            </a:r>
            <a:endParaRPr kumimoji="1" lang="en-US" altLang="ko-KR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정확하게 결과를 도출 할 수 있다는 점이다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그리고 틀릴 수도 있지만 시간 제한이 없다면 거의 모든 질문에 대한 답을 맞출 수 있을 것이다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의문인 점은 그림을 그릴 때 거의 다 그리지도 못했는데 어떻게 맞출 수 있는지 이다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정말 의문이다</a:t>
            </a:r>
            <a:r>
              <a:rPr kumimoji="1" lang="en-US" altLang="ko-KR" sz="1400" dirty="0">
                <a:latin typeface="+mn-ea"/>
              </a:rPr>
              <a:t>. </a:t>
            </a:r>
          </a:p>
          <a:p>
            <a:endParaRPr kumimoji="1" lang="en-US" altLang="ko-KR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장점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일단 초등학생</a:t>
            </a:r>
            <a:r>
              <a:rPr kumimoji="1" lang="en-US" altLang="ko-KR" sz="1400" dirty="0">
                <a:latin typeface="+mn-ea"/>
              </a:rPr>
              <a:t>,</a:t>
            </a:r>
            <a:r>
              <a:rPr kumimoji="1" lang="ko-KR" altLang="en-US" sz="1400" dirty="0">
                <a:latin typeface="+mn-ea"/>
              </a:rPr>
              <a:t>치매</a:t>
            </a:r>
            <a:r>
              <a:rPr kumimoji="1" lang="en-US" altLang="ko-KR" sz="1400" dirty="0">
                <a:latin typeface="+mn-ea"/>
              </a:rPr>
              <a:t> </a:t>
            </a:r>
            <a:r>
              <a:rPr kumimoji="1" lang="ko-KR" altLang="en-US" sz="1400" dirty="0">
                <a:latin typeface="+mn-ea"/>
              </a:rPr>
              <a:t>노인 등 기억을 잘 못하거나 단어를 설명 못 할 경우 그림으로 그려 알려 줄 수 있음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endParaRPr kumimoji="1" lang="en-US" altLang="ko-KR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단점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아직은 확실하게 맞출 수 있는 것은 아님</a:t>
            </a:r>
            <a:r>
              <a:rPr kumimoji="1" lang="en-US" altLang="ko-KR" sz="1400" dirty="0">
                <a:latin typeface="+mn-ea"/>
              </a:rPr>
              <a:t>. (</a:t>
            </a:r>
            <a:r>
              <a:rPr kumimoji="1" lang="ko-KR" altLang="en-US" sz="1400" dirty="0">
                <a:latin typeface="+mn-ea"/>
              </a:rPr>
              <a:t>비슷하게 그렸는데 틀리는 경우도 있었음</a:t>
            </a:r>
            <a:r>
              <a:rPr kumimoji="1" lang="en-US" altLang="ko-KR" sz="1400" dirty="0">
                <a:latin typeface="+mn-ea"/>
              </a:rPr>
              <a:t>.)</a:t>
            </a:r>
          </a:p>
          <a:p>
            <a:endParaRPr kumimoji="1" lang="en-US" altLang="ko-KR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한계점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시간 제한이 있음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어린 아이들도 맞출 수 있는 그림을 틀리는 경우가 가끔 있음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endParaRPr kumimoji="1" lang="en-US" altLang="ko-KR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활용 가능성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장점에서 서술한 것과 같이 활용 가능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r>
              <a:rPr kumimoji="1" lang="ko-KR" altLang="en-US" sz="1400" dirty="0">
                <a:latin typeface="+mn-ea"/>
              </a:rPr>
              <a:t> </a:t>
            </a:r>
            <a:endParaRPr kumimoji="1" lang="en-US" altLang="ko-KR" sz="1400" dirty="0">
              <a:latin typeface="+mn-ea"/>
            </a:endParaRPr>
          </a:p>
          <a:p>
            <a:endParaRPr kumimoji="1" lang="en-US" altLang="ko-KR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 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37AE4AC-EA9F-7C41-9453-2F96F6C3BB0B}"/>
              </a:ext>
            </a:extLst>
          </p:cNvPr>
          <p:cNvSpPr txBox="1">
            <a:spLocks/>
          </p:cNvSpPr>
          <p:nvPr/>
        </p:nvSpPr>
        <p:spPr>
          <a:xfrm>
            <a:off x="424376" y="2147963"/>
            <a:ext cx="4773635" cy="12536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5738" indent="-185738"/>
            <a:r>
              <a:rPr lang="ko-KR" altLang="en-US" sz="1600" b="1" dirty="0">
                <a:latin typeface="+mn-ea"/>
              </a:rPr>
              <a:t>빠르고 정확하게 그림 그리기</a:t>
            </a:r>
          </a:p>
          <a:p>
            <a:pPr marL="185738" indent="-185738"/>
            <a:r>
              <a:rPr lang="ko-KR" altLang="en-US" sz="1600" b="1" dirty="0">
                <a:latin typeface="+mn-ea"/>
              </a:rPr>
              <a:t>신경망이 제시된 단어에 부합하는 그림을 </a:t>
            </a:r>
            <a:br>
              <a:rPr lang="en-US" altLang="ko-KR" sz="1600" b="1" dirty="0">
                <a:latin typeface="+mn-ea"/>
              </a:rPr>
            </a:br>
            <a:r>
              <a:rPr lang="ko-KR" altLang="en-US" sz="1600" b="1" dirty="0">
                <a:latin typeface="+mn-ea"/>
              </a:rPr>
              <a:t>제대로 그렸는지를 판정</a:t>
            </a:r>
          </a:p>
          <a:p>
            <a:pPr marL="185738" indent="-185738"/>
            <a:r>
              <a:rPr lang="en-US" altLang="en-US" sz="1600" b="1" dirty="0">
                <a:latin typeface="+mn-ea"/>
                <a:hlinkClick r:id="rId2"/>
              </a:rPr>
              <a:t>https://quickdraw.withgoogle.com/</a:t>
            </a:r>
            <a:endParaRPr lang="en-US" altLang="en-US" sz="1600" b="1" dirty="0">
              <a:latin typeface="+mn-ea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7CED1CF-9269-0340-80BE-41501E962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942" y="2147963"/>
            <a:ext cx="1807583" cy="127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AD187D0-41DB-43F2-9E13-61C4D526D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42" y="7047390"/>
            <a:ext cx="4756552" cy="25631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3507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183</Words>
  <Application>Microsoft Office PowerPoint</Application>
  <PresentationFormat>A4 용지(210x297mm)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Nam Gyu</dc:creator>
  <cp:lastModifiedBy>권 영훈</cp:lastModifiedBy>
  <cp:revision>25</cp:revision>
  <dcterms:created xsi:type="dcterms:W3CDTF">2020-12-27T02:05:04Z</dcterms:created>
  <dcterms:modified xsi:type="dcterms:W3CDTF">2021-05-15T05:01:41Z</dcterms:modified>
</cp:coreProperties>
</file>