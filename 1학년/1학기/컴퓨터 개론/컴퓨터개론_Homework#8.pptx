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E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 showGuides="1">
      <p:cViewPr varScale="1">
        <p:scale>
          <a:sx n="59" d="100"/>
          <a:sy n="59" d="100"/>
        </p:scale>
        <p:origin x="2582" y="8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권 영훈" userId="38950a39f3f80031" providerId="LiveId" clId="{F7AE2B06-9650-4D3A-8696-EB1F052DA8F6}"/>
    <pc:docChg chg="modSld">
      <pc:chgData name="권 영훈" userId="38950a39f3f80031" providerId="LiveId" clId="{F7AE2B06-9650-4D3A-8696-EB1F052DA8F6}" dt="2021-05-21T10:06:35.577" v="0" actId="20577"/>
      <pc:docMkLst>
        <pc:docMk/>
      </pc:docMkLst>
      <pc:sldChg chg="modSp mod">
        <pc:chgData name="권 영훈" userId="38950a39f3f80031" providerId="LiveId" clId="{F7AE2B06-9650-4D3A-8696-EB1F052DA8F6}" dt="2021-05-21T10:06:35.577" v="0" actId="20577"/>
        <pc:sldMkLst>
          <pc:docMk/>
          <pc:sldMk cId="2935071058" sldId="256"/>
        </pc:sldMkLst>
        <pc:spChg chg="mod">
          <ac:chgData name="권 영훈" userId="38950a39f3f80031" providerId="LiveId" clId="{F7AE2B06-9650-4D3A-8696-EB1F052DA8F6}" dt="2021-05-21T10:06:35.577" v="0" actId="20577"/>
          <ac:spMkLst>
            <pc:docMk/>
            <pc:sldMk cId="2935071058" sldId="256"/>
            <ac:spMk id="9" creationId="{910B6605-9896-E74C-97BE-D5CA97E1726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05/21/2021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42900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05/21/2021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842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05/21/2021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6694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05/21/2021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8357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05/21/2021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2323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05/21/2021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00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05/21/2021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7131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05/21/2021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298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05/21/2021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3135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05/21/2021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4466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3533-4FA2-F14B-AEA2-5287B408F2EF}" type="datetimeFigureOut">
              <a:rPr kumimoji="1" lang="ko-Kore-KR" altLang="en-US" smtClean="0"/>
              <a:t>05/21/2021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5285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93533-4FA2-F14B-AEA2-5287B408F2EF}" type="datetimeFigureOut">
              <a:rPr kumimoji="1" lang="ko-Kore-KR" altLang="en-US" smtClean="0"/>
              <a:t>05/21/2021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C9358-13C3-F44A-8970-03272C6877E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556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ADD0B4-9759-2A40-90CA-C0781B782D3B}"/>
              </a:ext>
            </a:extLst>
          </p:cNvPr>
          <p:cNvSpPr txBox="1"/>
          <p:nvPr/>
        </p:nvSpPr>
        <p:spPr>
          <a:xfrm>
            <a:off x="211015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학번</a:t>
            </a:r>
            <a:r>
              <a:rPr kumimoji="1" lang="en-US" altLang="ko-KR" sz="1400" dirty="0">
                <a:latin typeface="+mn-ea"/>
              </a:rPr>
              <a:t>: 20213032	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75A5A-0598-C643-A746-1B33D408F356}"/>
              </a:ext>
            </a:extLst>
          </p:cNvPr>
          <p:cNvSpPr txBox="1"/>
          <p:nvPr/>
        </p:nvSpPr>
        <p:spPr>
          <a:xfrm>
            <a:off x="2811194" y="295422"/>
            <a:ext cx="2475914" cy="3077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latin typeface="+mn-ea"/>
              </a:rPr>
              <a:t>이름</a:t>
            </a:r>
            <a:r>
              <a:rPr kumimoji="1" lang="en-US" altLang="ko-KR" sz="1400" dirty="0">
                <a:latin typeface="+mn-ea"/>
              </a:rPr>
              <a:t>: </a:t>
            </a:r>
            <a:r>
              <a:rPr kumimoji="1" lang="ko-KR" altLang="en-US" sz="1400" dirty="0">
                <a:latin typeface="+mn-ea"/>
              </a:rPr>
              <a:t>권영훈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F2EE9-395E-484A-B61F-3F5A3BC9AD01}"/>
              </a:ext>
            </a:extLst>
          </p:cNvPr>
          <p:cNvSpPr txBox="1"/>
          <p:nvPr/>
        </p:nvSpPr>
        <p:spPr>
          <a:xfrm>
            <a:off x="211009" y="727134"/>
            <a:ext cx="6400803" cy="418535"/>
          </a:xfrm>
          <a:prstGeom prst="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컴퓨터개론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(2021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학년도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1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학기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)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Homework#8</a:t>
            </a:r>
            <a:endParaRPr kumimoji="1" lang="ko-Kore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5F9D5-6837-5A45-B395-C440E680ECB4}"/>
              </a:ext>
            </a:extLst>
          </p:cNvPr>
          <p:cNvSpPr txBox="1"/>
          <p:nvPr/>
        </p:nvSpPr>
        <p:spPr>
          <a:xfrm>
            <a:off x="211011" y="1243840"/>
            <a:ext cx="6400804" cy="7591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400" dirty="0">
                <a:latin typeface="+mn-ea"/>
              </a:rPr>
              <a:t>가정 및 학교 등 주변에서 활용되고 멀티미디어 기기를 </a:t>
            </a:r>
            <a:r>
              <a:rPr kumimoji="1" lang="en-US" altLang="ko-KR" sz="1400" dirty="0">
                <a:latin typeface="+mn-ea"/>
              </a:rPr>
              <a:t>2</a:t>
            </a:r>
            <a:r>
              <a:rPr kumimoji="1" lang="ko-KR" altLang="en-US" sz="1400" dirty="0">
                <a:latin typeface="+mn-ea"/>
              </a:rPr>
              <a:t>개 선정하고</a:t>
            </a:r>
            <a:r>
              <a:rPr kumimoji="1" lang="en-US" altLang="ko-KR" sz="1400" dirty="0">
                <a:latin typeface="+mn-ea"/>
              </a:rPr>
              <a:t>,</a:t>
            </a:r>
            <a:br>
              <a:rPr kumimoji="1" lang="en-US" altLang="ko-KR" sz="1400" dirty="0">
                <a:latin typeface="+mn-ea"/>
              </a:rPr>
            </a:br>
            <a:r>
              <a:rPr kumimoji="1" lang="ko-KR" altLang="en-US" sz="1400" dirty="0">
                <a:latin typeface="+mn-ea"/>
              </a:rPr>
              <a:t>선정된 기기가 멀티미디어 기기라 말할 수 있는 이유를 서술하시오</a:t>
            </a:r>
            <a:r>
              <a:rPr kumimoji="1" lang="en-US" altLang="ko-KR" sz="1400" dirty="0">
                <a:latin typeface="+mn-ea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A633F5-8DDA-3846-8BCB-5A7F382FC62F}"/>
              </a:ext>
            </a:extLst>
          </p:cNvPr>
          <p:cNvSpPr txBox="1"/>
          <p:nvPr/>
        </p:nvSpPr>
        <p:spPr>
          <a:xfrm>
            <a:off x="229167" y="8040914"/>
            <a:ext cx="6442224" cy="16382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en-US" altLang="ko-KR" sz="1400" dirty="0">
                <a:latin typeface="+mn-ea"/>
              </a:rPr>
              <a:t>1) </a:t>
            </a:r>
            <a:r>
              <a:rPr kumimoji="1" lang="ko-KR" altLang="en-US" sz="1400" dirty="0">
                <a:latin typeface="+mn-ea"/>
              </a:rPr>
              <a:t>하이퍼텍스트 </a:t>
            </a:r>
            <a:r>
              <a:rPr kumimoji="1" lang="en-US" altLang="ko-KR" sz="1400" dirty="0">
                <a:latin typeface="+mn-ea"/>
              </a:rPr>
              <a:t>(Hypertext)</a:t>
            </a: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2) MIDI (Musical Instruments Digital Interface)</a:t>
            </a: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3) </a:t>
            </a:r>
            <a:r>
              <a:rPr lang="en-US" altLang="ko-KR" sz="1400" dirty="0"/>
              <a:t>VOD (Video On Demand)</a:t>
            </a:r>
            <a:endParaRPr kumimoji="1" lang="en-US" altLang="ko-KR" sz="1400" dirty="0">
              <a:latin typeface="+mn-ea"/>
            </a:endParaRPr>
          </a:p>
          <a:p>
            <a:endParaRPr kumimoji="1" lang="en-US" altLang="ko-Kore-KR" sz="1400" dirty="0">
              <a:latin typeface="+mn-ea"/>
            </a:endParaRPr>
          </a:p>
          <a:p>
            <a:r>
              <a:rPr kumimoji="1" lang="en-US" altLang="ko-KR" sz="1400" dirty="0">
                <a:latin typeface="+mn-ea"/>
              </a:rPr>
              <a:t>4)</a:t>
            </a:r>
            <a:r>
              <a:rPr kumimoji="1" lang="ko-KR" altLang="en-US" sz="1400" dirty="0">
                <a:latin typeface="+mn-ea"/>
              </a:rPr>
              <a:t> 키오스크 </a:t>
            </a:r>
            <a:r>
              <a:rPr kumimoji="1" lang="en-US" altLang="ko-KR" sz="1400" dirty="0">
                <a:latin typeface="+mn-ea"/>
              </a:rPr>
              <a:t>(kiosk)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03A259-6850-2646-A193-41EA0A7AEC1E}"/>
              </a:ext>
            </a:extLst>
          </p:cNvPr>
          <p:cNvSpPr txBox="1"/>
          <p:nvPr/>
        </p:nvSpPr>
        <p:spPr>
          <a:xfrm>
            <a:off x="229166" y="5072439"/>
            <a:ext cx="6442225" cy="2823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marL="230188" indent="-230188">
              <a:buAutoNum type="arabicParenR"/>
            </a:pP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           </a:t>
            </a:r>
            <a:r>
              <a:rPr kumimoji="1" lang="en-US" altLang="ko-KR" sz="1400" dirty="0">
                <a:latin typeface="+mn-ea"/>
              </a:rPr>
              <a:t>)</a:t>
            </a:r>
            <a:r>
              <a:rPr kumimoji="1" lang="ko-KR" altLang="en-US" sz="1400" dirty="0">
                <a:latin typeface="+mn-ea"/>
              </a:rPr>
              <a:t>란 텍스트를 앞에서부터 차례로 보는 방식이 아니라 필요에 따라 텍스트의 페이지를 자유자재로 넘나들며 텍스트를 열람할 수 있는 방식이다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pPr marL="230188" indent="-230188"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FontTx/>
              <a:buAutoNum type="arabicParenR"/>
            </a:pP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           </a:t>
            </a:r>
            <a:r>
              <a:rPr kumimoji="1" lang="en-US" altLang="ko-KR" sz="1400" dirty="0">
                <a:latin typeface="+mn-ea"/>
              </a:rPr>
              <a:t>)</a:t>
            </a:r>
            <a:r>
              <a:rPr kumimoji="1" lang="ko-KR" altLang="en-US" sz="1400" dirty="0">
                <a:latin typeface="+mn-ea"/>
              </a:rPr>
              <a:t>란 음악을 표현하기 위해 전자 악기와 컴퓨터 간에 정보를 전송하기 위한 프로토콜이다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pPr marL="230188" indent="-230188">
              <a:buFontTx/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FontTx/>
              <a:buAutoNum type="arabicParenR"/>
            </a:pP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           </a:t>
            </a:r>
            <a:r>
              <a:rPr kumimoji="1" lang="en-US" altLang="ko-KR" sz="1400" dirty="0">
                <a:latin typeface="+mn-ea"/>
              </a:rPr>
              <a:t>)</a:t>
            </a:r>
            <a:r>
              <a:rPr kumimoji="1" lang="ko-KR" altLang="en-US" sz="1400" dirty="0">
                <a:latin typeface="+mn-ea"/>
              </a:rPr>
              <a:t>란 전송선을 이용하여 디지털 데이터 형태로 저장된 각종 영화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게임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쇼핑 등 다양한 영상 소프트웨어를 소비자가 선택하여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원하는 시간에 수신하여 감상할 수 있는 쌍방향 멀티미디어 응용을 말한다</a:t>
            </a:r>
            <a:r>
              <a:rPr kumimoji="1" lang="en-US" altLang="ko-KR" sz="1400" dirty="0">
                <a:latin typeface="+mn-ea"/>
              </a:rPr>
              <a:t>.</a:t>
            </a:r>
          </a:p>
          <a:p>
            <a:pPr marL="230188" indent="-230188">
              <a:buFontTx/>
              <a:buAutoNum type="arabicParenR"/>
            </a:pPr>
            <a:endParaRPr kumimoji="1" lang="en-US" altLang="ko-KR" sz="1400" dirty="0">
              <a:latin typeface="+mn-ea"/>
            </a:endParaRPr>
          </a:p>
          <a:p>
            <a:pPr marL="230188" indent="-230188">
              <a:buAutoNum type="arabicParenR"/>
            </a:pPr>
            <a:r>
              <a:rPr kumimoji="1" lang="en-US" altLang="ko-KR" sz="1400" dirty="0">
                <a:latin typeface="+mn-ea"/>
              </a:rPr>
              <a:t>(</a:t>
            </a:r>
            <a:r>
              <a:rPr kumimoji="1" lang="ko-KR" altLang="en-US" sz="1400" dirty="0">
                <a:latin typeface="+mn-ea"/>
              </a:rPr>
              <a:t>            </a:t>
            </a:r>
            <a:r>
              <a:rPr kumimoji="1" lang="en-US" altLang="ko-KR" sz="1400" dirty="0">
                <a:latin typeface="+mn-ea"/>
              </a:rPr>
              <a:t>)</a:t>
            </a:r>
            <a:r>
              <a:rPr kumimoji="1" lang="ko-KR" altLang="en-US" sz="1400" dirty="0">
                <a:latin typeface="+mn-ea"/>
              </a:rPr>
              <a:t>란 공공장소에 설치된 정보 검색 및 처리 단말기를 말하며 정보의 공유성과 형평성을 보완할 수 있는 각종 서비스가 가능하다</a:t>
            </a:r>
            <a:r>
              <a:rPr kumimoji="1" lang="en-US" altLang="ko-KR" sz="1400" dirty="0">
                <a:latin typeface="+mn-ea"/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8D1148-B17E-804F-AF6A-14511DAAE1CB}"/>
              </a:ext>
            </a:extLst>
          </p:cNvPr>
          <p:cNvSpPr txBox="1"/>
          <p:nvPr/>
        </p:nvSpPr>
        <p:spPr>
          <a:xfrm>
            <a:off x="229166" y="2169579"/>
            <a:ext cx="6442225" cy="12848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342900" indent="-342900">
              <a:buAutoNum type="arabicParenR"/>
            </a:pPr>
            <a:r>
              <a:rPr kumimoji="1" lang="ko-KR" altLang="en-US" sz="1400" dirty="0">
                <a:latin typeface="+mn-ea"/>
              </a:rPr>
              <a:t>스마트폰</a:t>
            </a:r>
            <a:endParaRPr kumimoji="1" lang="en-US" altLang="ko-KR" sz="1400" dirty="0">
              <a:latin typeface="+mn-ea"/>
            </a:endParaRPr>
          </a:p>
          <a:p>
            <a:r>
              <a:rPr kumimoji="1" lang="ko-KR" altLang="en-US" sz="1400" dirty="0">
                <a:latin typeface="+mn-ea"/>
              </a:rPr>
              <a:t>우리는 일상생활에 스마트폰을 들고 다니면서 인터넷을 검색하거나 사진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동영상을 촬영하거나 전화통화를 할 수도 있다</a:t>
            </a:r>
            <a:r>
              <a:rPr kumimoji="1" lang="en-US" altLang="ko-KR" sz="1400" dirty="0">
                <a:latin typeface="+mn-ea"/>
              </a:rPr>
              <a:t>. </a:t>
            </a:r>
            <a:r>
              <a:rPr kumimoji="1" lang="ko-KR" altLang="en-US" sz="1400" dirty="0">
                <a:latin typeface="+mn-ea"/>
              </a:rPr>
              <a:t>다양한 컨텐츠를 이용할 수 있기에 멀티미디어 기기라고 말할 수 있다</a:t>
            </a:r>
            <a:r>
              <a:rPr kumimoji="1" lang="en-US" altLang="ko-KR" sz="1400" dirty="0">
                <a:latin typeface="+mn-ea"/>
              </a:rPr>
              <a:t>. 	</a:t>
            </a:r>
            <a:endParaRPr kumimoji="1" lang="ko-Kore-KR" altLang="en-US" sz="14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B6605-9896-E74C-97BE-D5CA97E17267}"/>
              </a:ext>
            </a:extLst>
          </p:cNvPr>
          <p:cNvSpPr txBox="1"/>
          <p:nvPr/>
        </p:nvSpPr>
        <p:spPr>
          <a:xfrm>
            <a:off x="229166" y="3621009"/>
            <a:ext cx="6442225" cy="12848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kumimoji="1" lang="en-US" altLang="ko-KR" sz="1400" dirty="0">
                <a:latin typeface="+mn-ea"/>
              </a:rPr>
              <a:t>2) </a:t>
            </a:r>
            <a:r>
              <a:rPr kumimoji="1" lang="ko-KR" altLang="en-US" sz="1400" dirty="0">
                <a:latin typeface="+mn-ea"/>
              </a:rPr>
              <a:t>플레이스테이션</a:t>
            </a:r>
            <a:r>
              <a:rPr kumimoji="1" lang="en-US" altLang="ko-KR" sz="1400" dirty="0">
                <a:latin typeface="+mn-ea"/>
              </a:rPr>
              <a:t> 4,5 </a:t>
            </a:r>
            <a:r>
              <a:rPr kumimoji="1" lang="ko-KR" altLang="en-US" sz="1400" dirty="0">
                <a:latin typeface="+mn-ea"/>
              </a:rPr>
              <a:t>등등</a:t>
            </a:r>
            <a:endParaRPr kumimoji="1" lang="en-US" altLang="ko-KR" sz="1400" dirty="0">
              <a:latin typeface="+mn-ea"/>
            </a:endParaRPr>
          </a:p>
          <a:p>
            <a:r>
              <a:rPr kumimoji="1" lang="ko-KR" altLang="en-US" sz="1400" dirty="0">
                <a:latin typeface="+mn-ea"/>
              </a:rPr>
              <a:t>과거에는 대표적인 게임기기로 많이 사용되었다면 현재는 플레이스테이션으로 게임을 즐기거나 넷플릭스</a:t>
            </a:r>
            <a:r>
              <a:rPr kumimoji="1" lang="en-US" altLang="ko-KR" sz="1400" dirty="0">
                <a:latin typeface="+mn-ea"/>
              </a:rPr>
              <a:t>, </a:t>
            </a:r>
            <a:r>
              <a:rPr kumimoji="1" lang="ko-KR" altLang="en-US" sz="1400" dirty="0">
                <a:latin typeface="+mn-ea"/>
              </a:rPr>
              <a:t>유튜브와 같은 영상 시청을 </a:t>
            </a:r>
            <a:r>
              <a:rPr kumimoji="1" lang="en-US" altLang="ko-KR" sz="1400" dirty="0">
                <a:latin typeface="+mn-ea"/>
              </a:rPr>
              <a:t>4K</a:t>
            </a:r>
            <a:r>
              <a:rPr kumimoji="1" lang="ko-KR" altLang="en-US" sz="1400" dirty="0">
                <a:latin typeface="+mn-ea"/>
              </a:rPr>
              <a:t>로도 시청 가능할 </a:t>
            </a:r>
            <a:r>
              <a:rPr kumimoji="1" lang="ko-KR" altLang="en-US" sz="1400">
                <a:latin typeface="+mn-ea"/>
              </a:rPr>
              <a:t>정도로 많이 </a:t>
            </a:r>
            <a:r>
              <a:rPr kumimoji="1" lang="ko-KR" altLang="en-US" sz="1400" dirty="0">
                <a:latin typeface="+mn-ea"/>
              </a:rPr>
              <a:t>발전하였습니다</a:t>
            </a:r>
            <a:r>
              <a:rPr kumimoji="1" lang="en-US" altLang="ko-KR" sz="1400" dirty="0">
                <a:latin typeface="+mn-ea"/>
              </a:rPr>
              <a:t>. </a:t>
            </a:r>
            <a:r>
              <a:rPr kumimoji="1" lang="ko-KR" altLang="en-US" sz="1400" dirty="0">
                <a:latin typeface="+mn-ea"/>
              </a:rPr>
              <a:t>위의 스마트폰의 사례와 같이 다방면으로 사용가능 하기에 멀티미디어 기기라고 말할 수 있습니다</a:t>
            </a:r>
            <a:r>
              <a:rPr kumimoji="1" lang="en-US" altLang="ko-KR" sz="1400" dirty="0">
                <a:latin typeface="+mn-ea"/>
              </a:rPr>
              <a:t>.</a:t>
            </a:r>
            <a:endParaRPr kumimoji="1" lang="ko-Kore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507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</TotalTime>
  <Words>229</Words>
  <Application>Microsoft Office PowerPoint</Application>
  <PresentationFormat>A4 용지(210x297mm)</PresentationFormat>
  <Paragraphs>22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Nam Gyu</dc:creator>
  <cp:lastModifiedBy>권 영훈</cp:lastModifiedBy>
  <cp:revision>29</cp:revision>
  <dcterms:created xsi:type="dcterms:W3CDTF">2020-12-27T02:05:04Z</dcterms:created>
  <dcterms:modified xsi:type="dcterms:W3CDTF">2021-05-21T10:06:39Z</dcterms:modified>
</cp:coreProperties>
</file>