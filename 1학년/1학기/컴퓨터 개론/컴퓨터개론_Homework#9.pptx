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1"/>
    <p:restoredTop sz="96405"/>
  </p:normalViewPr>
  <p:slideViewPr>
    <p:cSldViewPr snapToGrid="0" snapToObjects="1" showGuides="1">
      <p:cViewPr varScale="1">
        <p:scale>
          <a:sx n="59" d="100"/>
          <a:sy n="59" d="100"/>
        </p:scale>
        <p:origin x="2842" y="8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290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842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69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357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323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00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713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298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3135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466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285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93533-4FA2-F14B-AEA2-5287B408F2EF}" type="datetimeFigureOut">
              <a:rPr kumimoji="1" lang="ko-Kore-KR" altLang="en-US" smtClean="0"/>
              <a:t>06/03/2021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556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ADD0B4-9759-2A40-90CA-C0781B782D3B}"/>
              </a:ext>
            </a:extLst>
          </p:cNvPr>
          <p:cNvSpPr txBox="1"/>
          <p:nvPr/>
        </p:nvSpPr>
        <p:spPr>
          <a:xfrm>
            <a:off x="211015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학번</a:t>
            </a:r>
            <a:r>
              <a:rPr kumimoji="1" lang="en-US" altLang="ko-KR" sz="1400" dirty="0">
                <a:latin typeface="+mn-ea"/>
              </a:rPr>
              <a:t>: 20213032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75A5A-0598-C643-A746-1B33D408F356}"/>
              </a:ext>
            </a:extLst>
          </p:cNvPr>
          <p:cNvSpPr txBox="1"/>
          <p:nvPr/>
        </p:nvSpPr>
        <p:spPr>
          <a:xfrm>
            <a:off x="2811194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이름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권영훈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F2EE9-395E-484A-B61F-3F5A3BC9AD01}"/>
              </a:ext>
            </a:extLst>
          </p:cNvPr>
          <p:cNvSpPr txBox="1"/>
          <p:nvPr/>
        </p:nvSpPr>
        <p:spPr>
          <a:xfrm>
            <a:off x="211009" y="727134"/>
            <a:ext cx="6400803" cy="418535"/>
          </a:xfrm>
          <a:prstGeom prst="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b="1" dirty="0" err="1">
                <a:solidFill>
                  <a:schemeClr val="bg1"/>
                </a:solidFill>
                <a:latin typeface="+mn-ea"/>
              </a:rPr>
              <a:t>컴퓨터개론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(2021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학년도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학기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Homework#9</a:t>
            </a:r>
            <a:endParaRPr kumimoji="1" lang="ko-Kore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5F9D5-6837-5A45-B395-C440E680ECB4}"/>
              </a:ext>
            </a:extLst>
          </p:cNvPr>
          <p:cNvSpPr txBox="1"/>
          <p:nvPr/>
        </p:nvSpPr>
        <p:spPr>
          <a:xfrm>
            <a:off x="211011" y="1243840"/>
            <a:ext cx="6400804" cy="5238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400" dirty="0" err="1">
                <a:latin typeface="+mn-ea"/>
              </a:rPr>
              <a:t>사울인터넷</a:t>
            </a:r>
            <a:r>
              <a:rPr kumimoji="1" lang="en-US" altLang="ko-KR" sz="1400" dirty="0">
                <a:latin typeface="+mn-ea"/>
              </a:rPr>
              <a:t>(IoT)</a:t>
            </a:r>
            <a:r>
              <a:rPr kumimoji="1" lang="ko-KR" altLang="en-US" sz="1400" dirty="0">
                <a:latin typeface="+mn-ea"/>
              </a:rPr>
              <a:t>을 이용한 스마트 팜</a:t>
            </a:r>
            <a:r>
              <a:rPr kumimoji="1" lang="en-US" altLang="ko-KR" sz="1400" dirty="0">
                <a:latin typeface="+mn-ea"/>
              </a:rPr>
              <a:t>(Smart Farm)</a:t>
            </a:r>
            <a:r>
              <a:rPr kumimoji="1" lang="ko-KR" altLang="en-US" sz="1400" dirty="0">
                <a:latin typeface="+mn-ea"/>
              </a:rPr>
              <a:t>에 대해 설명하시오</a:t>
            </a:r>
            <a:r>
              <a:rPr kumimoji="1" lang="en-US" altLang="ko-KR" sz="1400" dirty="0">
                <a:latin typeface="+mn-ea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A633F5-8DDA-3846-8BCB-5A7F382FC62F}"/>
              </a:ext>
            </a:extLst>
          </p:cNvPr>
          <p:cNvSpPr txBox="1"/>
          <p:nvPr/>
        </p:nvSpPr>
        <p:spPr>
          <a:xfrm>
            <a:off x="229167" y="8476338"/>
            <a:ext cx="6442224" cy="12028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ko-KR" sz="1400" dirty="0">
                <a:latin typeface="+mn-ea"/>
              </a:rPr>
              <a:t>1) </a:t>
            </a:r>
            <a:r>
              <a:rPr lang="ko-KR" altLang="en-US" sz="1400" dirty="0"/>
              <a:t>양자 컴퓨터</a:t>
            </a:r>
            <a:r>
              <a:rPr lang="en-US" altLang="ko-KR" sz="1400" dirty="0"/>
              <a:t>(Quantum Computer)</a:t>
            </a:r>
            <a:r>
              <a:rPr kumimoji="1" lang="en-US" altLang="ko-KR" sz="1400" dirty="0">
                <a:latin typeface="+mn-ea"/>
              </a:rPr>
              <a:t> </a:t>
            </a: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2) </a:t>
            </a:r>
            <a:r>
              <a:rPr lang="ko-KR" altLang="en-US" sz="1400" dirty="0"/>
              <a:t>바이오 컴퓨터</a:t>
            </a:r>
            <a:r>
              <a:rPr lang="en-US" altLang="ko-KR" sz="1400" dirty="0"/>
              <a:t>(Bio Computer)</a:t>
            </a:r>
            <a:endParaRPr kumimoji="1" lang="en-US" altLang="ko-KR" sz="1400" dirty="0">
              <a:latin typeface="+mn-ea"/>
            </a:endParaRP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3) </a:t>
            </a:r>
            <a:r>
              <a:rPr lang="ko-KR" altLang="en-US" sz="1400" dirty="0"/>
              <a:t>광 컴퓨터</a:t>
            </a:r>
            <a:r>
              <a:rPr lang="en-US" altLang="ko-KR" sz="1400"/>
              <a:t>(Optical Computer)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03A259-6850-2646-A193-41EA0A7AEC1E}"/>
              </a:ext>
            </a:extLst>
          </p:cNvPr>
          <p:cNvSpPr txBox="1"/>
          <p:nvPr/>
        </p:nvSpPr>
        <p:spPr>
          <a:xfrm>
            <a:off x="217037" y="5907612"/>
            <a:ext cx="6442225" cy="24093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marL="230188" indent="-230188">
              <a:buAutoNum type="arabicParenR"/>
            </a:pP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 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 컴퓨터는 중첩의 원리에 의해 작동되며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여기에다 </a:t>
            </a:r>
            <a:r>
              <a:rPr kumimoji="1" lang="ko-KR" altLang="en-US" sz="1400" dirty="0" err="1">
                <a:latin typeface="+mn-ea"/>
              </a:rPr>
              <a:t>큐비트라는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우리가 통상 사용하는 비트와 비슷한 개념을 도입한 것이다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pPr marL="230188" indent="-230188"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FontTx/>
              <a:buAutoNum type="arabicParenR"/>
            </a:pP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 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 </a:t>
            </a:r>
            <a:r>
              <a:rPr kumimoji="1" lang="ko-KR" altLang="en-US" sz="1400" dirty="0">
                <a:latin typeface="+mn-ea"/>
              </a:rPr>
              <a:t>컴퓨터의 중요한 응용 분야는 바이오 칩과 관련된 분야인데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면역 센서를 통해서 지금으로서는 해결하기 어려운 불치병에 대한 항원의 개발 등에 매우 유용할 것으로 기대된다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pPr marL="230188" indent="-230188">
              <a:buFontTx/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FontTx/>
              <a:buAutoNum type="arabicParenR"/>
            </a:pP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 </a:t>
            </a:r>
            <a:r>
              <a:rPr kumimoji="1" lang="en-US" altLang="ko-KR" sz="1400" dirty="0">
                <a:latin typeface="+mn-ea"/>
              </a:rPr>
              <a:t>) </a:t>
            </a:r>
            <a:r>
              <a:rPr kumimoji="1" lang="ko-KR" altLang="en-US" sz="1400" dirty="0">
                <a:latin typeface="+mn-ea"/>
              </a:rPr>
              <a:t>컴퓨터를 구현하기 위해서는 광 재료 및 디바이스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 err="1">
                <a:latin typeface="+mn-ea"/>
              </a:rPr>
              <a:t>기억소자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상호 연결된 네트워크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산술 및 부호 알고리즘과 새로운 프로그램 분야에 크나큰 진전이 이루어져야 한다</a:t>
            </a:r>
            <a:r>
              <a:rPr kumimoji="1" lang="en-US" altLang="ko-KR" sz="1400" dirty="0">
                <a:latin typeface="+mn-ea"/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8D1148-B17E-804F-AF6A-14511DAAE1CB}"/>
              </a:ext>
            </a:extLst>
          </p:cNvPr>
          <p:cNvSpPr txBox="1"/>
          <p:nvPr/>
        </p:nvSpPr>
        <p:spPr>
          <a:xfrm>
            <a:off x="229166" y="1865842"/>
            <a:ext cx="6442225" cy="14929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비닐하우스 등에 사물인터넷을 적용</a:t>
            </a:r>
            <a:r>
              <a:rPr lang="en-US" altLang="ko-KR" sz="1400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스마트폰이나 컴퓨터를 통해 원격으로 생육 환경을 적절하게 유지하고 관리할 수 있는 농장을 말함</a:t>
            </a:r>
            <a:r>
              <a:rPr lang="en-US" altLang="ko-KR" sz="1400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사물인터넷을 이용하여 온도</a:t>
            </a:r>
            <a:r>
              <a:rPr lang="en-US" altLang="ko-KR" sz="1400" dirty="0"/>
              <a:t>, </a:t>
            </a:r>
            <a:r>
              <a:rPr lang="ko-KR" altLang="en-US" sz="1400" dirty="0"/>
              <a:t>습도</a:t>
            </a:r>
            <a:r>
              <a:rPr lang="en-US" altLang="ko-KR" sz="1400" dirty="0"/>
              <a:t>, </a:t>
            </a:r>
            <a:r>
              <a:rPr lang="ko-KR" altLang="en-US" sz="1400" dirty="0"/>
              <a:t>일사량 등의 생육 환경 정보를 자동으로 수집</a:t>
            </a:r>
            <a:r>
              <a:rPr lang="en-US" altLang="ko-KR" sz="1400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소프트웨어를 통해 수분공급</a:t>
            </a:r>
            <a:r>
              <a:rPr lang="en-US" altLang="ko-KR" sz="1400" dirty="0"/>
              <a:t>, </a:t>
            </a:r>
            <a:r>
              <a:rPr lang="ko-KR" altLang="en-US" sz="1400" dirty="0"/>
              <a:t>온도조절</a:t>
            </a:r>
            <a:r>
              <a:rPr lang="en-US" altLang="ko-KR" sz="1400" dirty="0"/>
              <a:t>, </a:t>
            </a:r>
            <a:r>
              <a:rPr lang="ko-KR" altLang="en-US" sz="1400" dirty="0"/>
              <a:t>창문개방들을 관리하게 됨</a:t>
            </a:r>
            <a:r>
              <a:rPr lang="en-US" altLang="ko-KR" sz="1400" dirty="0"/>
              <a:t>. 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6D9F0A-4B5C-8D40-A620-56D7E9FC3CF8}"/>
              </a:ext>
            </a:extLst>
          </p:cNvPr>
          <p:cNvSpPr txBox="1"/>
          <p:nvPr/>
        </p:nvSpPr>
        <p:spPr>
          <a:xfrm>
            <a:off x="228597" y="3605535"/>
            <a:ext cx="6400804" cy="4734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1400" dirty="0">
                <a:latin typeface="+mn-ea"/>
              </a:rPr>
              <a:t>3D </a:t>
            </a:r>
            <a:r>
              <a:rPr kumimoji="1" lang="ko-KR" altLang="en-US" sz="1400" dirty="0">
                <a:latin typeface="+mn-ea"/>
              </a:rPr>
              <a:t>스캐너</a:t>
            </a:r>
            <a:r>
              <a:rPr kumimoji="1" lang="en-US" altLang="ko-KR" sz="1400" dirty="0">
                <a:latin typeface="+mn-ea"/>
              </a:rPr>
              <a:t>(Scanner)</a:t>
            </a:r>
            <a:r>
              <a:rPr kumimoji="1" lang="ko-KR" altLang="en-US" sz="1400" dirty="0">
                <a:latin typeface="+mn-ea"/>
              </a:rPr>
              <a:t>와 </a:t>
            </a:r>
            <a:r>
              <a:rPr kumimoji="1" lang="en-US" altLang="ko-KR" sz="1400" dirty="0">
                <a:latin typeface="+mn-ea"/>
              </a:rPr>
              <a:t>3D </a:t>
            </a:r>
            <a:r>
              <a:rPr kumimoji="1" lang="ko-KR" altLang="en-US" sz="1400" dirty="0">
                <a:latin typeface="+mn-ea"/>
              </a:rPr>
              <a:t>프린터</a:t>
            </a:r>
            <a:r>
              <a:rPr kumimoji="1" lang="en-US" altLang="ko-KR" sz="1400" dirty="0">
                <a:latin typeface="+mn-ea"/>
              </a:rPr>
              <a:t>(Printer)</a:t>
            </a:r>
            <a:r>
              <a:rPr kumimoji="1" lang="ko-KR" altLang="en-US" sz="1400" dirty="0">
                <a:latin typeface="+mn-ea"/>
              </a:rPr>
              <a:t>의 상관관계를 적으시오</a:t>
            </a:r>
            <a:r>
              <a:rPr kumimoji="1" lang="en-US" altLang="ko-KR" sz="1400" dirty="0">
                <a:latin typeface="+mn-ea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D2B74E-9AB4-2640-A832-C3E16D320DAA}"/>
              </a:ext>
            </a:extLst>
          </p:cNvPr>
          <p:cNvSpPr txBox="1"/>
          <p:nvPr/>
        </p:nvSpPr>
        <p:spPr>
          <a:xfrm>
            <a:off x="217037" y="4197457"/>
            <a:ext cx="6442225" cy="14929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/>
              <a:t>3D </a:t>
            </a:r>
            <a:r>
              <a:rPr lang="ko-KR" altLang="en-US" sz="1400" dirty="0"/>
              <a:t>프린터로 존재해 있는 어떤 물건을 만들기 위해서는 먼저 </a:t>
            </a:r>
            <a:r>
              <a:rPr lang="en-US" altLang="ko-KR" sz="1400" dirty="0"/>
              <a:t>3D</a:t>
            </a:r>
            <a:r>
              <a:rPr lang="ko-KR" altLang="en-US" sz="1400" dirty="0"/>
              <a:t>프린터에서 사용할 수 있는 형상 정보를 만들어야 함</a:t>
            </a:r>
            <a:r>
              <a:rPr lang="en-US" altLang="ko-KR" sz="1400" dirty="0"/>
              <a:t>.</a:t>
            </a:r>
          </a:p>
          <a:p>
            <a:pPr marL="285750" indent="-285750">
              <a:buFontTx/>
              <a:buChar char="-"/>
            </a:pPr>
            <a:r>
              <a:rPr kumimoji="1" lang="en-US" altLang="en-US" sz="1400" dirty="0">
                <a:latin typeface="+mn-ea"/>
              </a:rPr>
              <a:t>3</a:t>
            </a:r>
            <a:r>
              <a:rPr kumimoji="1" lang="ko-KR" altLang="en-US" sz="1400" dirty="0">
                <a:latin typeface="+mn-ea"/>
              </a:rPr>
              <a:t>차원 모델링</a:t>
            </a:r>
            <a:r>
              <a:rPr kumimoji="1" lang="en-US" altLang="ko-KR" sz="1400" dirty="0">
                <a:latin typeface="+mn-ea"/>
              </a:rPr>
              <a:t>/</a:t>
            </a:r>
            <a:r>
              <a:rPr kumimoji="1" lang="ko-KR" altLang="en-US" sz="1400" dirty="0">
                <a:latin typeface="+mn-ea"/>
              </a:rPr>
              <a:t>프린팅 소프트웨어를 사용하여 형상 제작 후 프린팅</a:t>
            </a:r>
            <a:r>
              <a:rPr kumimoji="1" lang="en-US" altLang="ko-KR" sz="1400" dirty="0">
                <a:latin typeface="+mn-ea"/>
              </a:rPr>
              <a:t>.</a:t>
            </a:r>
            <a:endParaRPr kumimoji="1" lang="ko-Kore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507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220</Words>
  <Application>Microsoft Office PowerPoint</Application>
  <PresentationFormat>A4 용지(210x297mm)</PresentationFormat>
  <Paragraphs>21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Nam Gyu</dc:creator>
  <cp:lastModifiedBy>권 영훈</cp:lastModifiedBy>
  <cp:revision>32</cp:revision>
  <dcterms:created xsi:type="dcterms:W3CDTF">2020-12-27T02:05:04Z</dcterms:created>
  <dcterms:modified xsi:type="dcterms:W3CDTF">2021-06-02T22:21:11Z</dcterms:modified>
</cp:coreProperties>
</file>