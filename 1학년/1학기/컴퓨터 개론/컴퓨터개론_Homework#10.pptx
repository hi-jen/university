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72" r:id="rId1"/>
  </p:sldMasterIdLst>
  <p:sldIdLst>
    <p:sldId id="256" r:id="rId2"/>
  </p:sldIdLst>
  <p:sldSz cx="6858000" cy="9906000" type="A4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120" userDrawn="1">
          <p15:clr>
            <a:srgbClr val="A4A3A4"/>
          </p15:clr>
        </p15:guide>
        <p15:guide id="2" pos="216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73FEFF"/>
    <a:srgbClr val="FF8AD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6405"/>
  </p:normalViewPr>
  <p:slideViewPr>
    <p:cSldViewPr snapToGrid="0" snapToObjects="1" showGuides="1">
      <p:cViewPr varScale="1">
        <p:scale>
          <a:sx n="59" d="100"/>
          <a:sy n="59" d="100"/>
        </p:scale>
        <p:origin x="2582" y="86"/>
      </p:cViewPr>
      <p:guideLst>
        <p:guide orient="horz" pos="3120"/>
        <p:guide pos="216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14350" y="1621191"/>
            <a:ext cx="5829300" cy="3448756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57250" y="5202944"/>
            <a:ext cx="5143500" cy="2391656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ko-KR" altLang="en-US"/>
              <a:t>클릭하여 마스터 부제목 스타일 편집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793533-4FA2-F14B-AEA2-5287B408F2EF}" type="datetimeFigureOut">
              <a:rPr kumimoji="1" lang="ko-Kore-KR" altLang="en-US" smtClean="0"/>
              <a:t>06/03/2021</a:t>
            </a:fld>
            <a:endParaRPr kumimoji="1" lang="ko-Kore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ore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DC9358-13C3-F44A-8970-03272C6877EA}" type="slidenum">
              <a:rPr kumimoji="1" lang="ko-Kore-KR" altLang="en-US" smtClean="0"/>
              <a:t>‹#›</a:t>
            </a:fld>
            <a:endParaRPr kumimoji="1" lang="ko-Kore-KR" altLang="en-US"/>
          </a:p>
        </p:txBody>
      </p:sp>
    </p:spTree>
    <p:extLst>
      <p:ext uri="{BB962C8B-B14F-4D97-AF65-F5344CB8AC3E}">
        <p14:creationId xmlns:p14="http://schemas.microsoft.com/office/powerpoint/2010/main" val="344290020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793533-4FA2-F14B-AEA2-5287B408F2EF}" type="datetimeFigureOut">
              <a:rPr kumimoji="1" lang="ko-Kore-KR" altLang="en-US" smtClean="0"/>
              <a:t>06/03/2021</a:t>
            </a:fld>
            <a:endParaRPr kumimoji="1" lang="ko-Kore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ore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DC9358-13C3-F44A-8970-03272C6877EA}" type="slidenum">
              <a:rPr kumimoji="1" lang="ko-Kore-KR" altLang="en-US" smtClean="0"/>
              <a:t>‹#›</a:t>
            </a:fld>
            <a:endParaRPr kumimoji="1" lang="ko-Kore-KR" altLang="en-US"/>
          </a:p>
        </p:txBody>
      </p:sp>
    </p:spTree>
    <p:extLst>
      <p:ext uri="{BB962C8B-B14F-4D97-AF65-F5344CB8AC3E}">
        <p14:creationId xmlns:p14="http://schemas.microsoft.com/office/powerpoint/2010/main" val="411842294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7916" y="2469624"/>
            <a:ext cx="5915025" cy="4120620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7916" y="6629226"/>
            <a:ext cx="5915025" cy="216693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/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793533-4FA2-F14B-AEA2-5287B408F2EF}" type="datetimeFigureOut">
              <a:rPr kumimoji="1" lang="ko-Kore-KR" altLang="en-US" smtClean="0"/>
              <a:t>06/03/2021</a:t>
            </a:fld>
            <a:endParaRPr kumimoji="1" lang="ko-Kore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ore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DC9358-13C3-F44A-8970-03272C6877EA}" type="slidenum">
              <a:rPr kumimoji="1" lang="ko-Kore-KR" altLang="en-US" smtClean="0"/>
              <a:t>‹#›</a:t>
            </a:fld>
            <a:endParaRPr kumimoji="1" lang="ko-Kore-KR" altLang="en-US"/>
          </a:p>
        </p:txBody>
      </p:sp>
    </p:spTree>
    <p:extLst>
      <p:ext uri="{BB962C8B-B14F-4D97-AF65-F5344CB8AC3E}">
        <p14:creationId xmlns:p14="http://schemas.microsoft.com/office/powerpoint/2010/main" val="246694227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71488" y="2637014"/>
            <a:ext cx="2914650" cy="6285266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71863" y="2637014"/>
            <a:ext cx="2914650" cy="6285266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793533-4FA2-F14B-AEA2-5287B408F2EF}" type="datetimeFigureOut">
              <a:rPr kumimoji="1" lang="ko-Kore-KR" altLang="en-US" smtClean="0"/>
              <a:t>06/03/2021</a:t>
            </a:fld>
            <a:endParaRPr kumimoji="1" lang="ko-Kore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ore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DC9358-13C3-F44A-8970-03272C6877EA}" type="slidenum">
              <a:rPr kumimoji="1" lang="ko-Kore-KR" altLang="en-US" smtClean="0"/>
              <a:t>‹#›</a:t>
            </a:fld>
            <a:endParaRPr kumimoji="1" lang="ko-Kore-KR" altLang="en-US"/>
          </a:p>
        </p:txBody>
      </p:sp>
    </p:spTree>
    <p:extLst>
      <p:ext uri="{BB962C8B-B14F-4D97-AF65-F5344CB8AC3E}">
        <p14:creationId xmlns:p14="http://schemas.microsoft.com/office/powerpoint/2010/main" val="58357501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527405"/>
            <a:ext cx="5915025" cy="1914702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2381" y="2428347"/>
            <a:ext cx="2901255" cy="1190095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2381" y="3618442"/>
            <a:ext cx="2901255" cy="5322183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71863" y="2428347"/>
            <a:ext cx="2915543" cy="1190095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471863" y="3618442"/>
            <a:ext cx="2915543" cy="5322183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793533-4FA2-F14B-AEA2-5287B408F2EF}" type="datetimeFigureOut">
              <a:rPr kumimoji="1" lang="ko-Kore-KR" altLang="en-US" smtClean="0"/>
              <a:t>06/03/2021</a:t>
            </a:fld>
            <a:endParaRPr kumimoji="1" lang="ko-Kore-KR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ore-KR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DC9358-13C3-F44A-8970-03272C6877EA}" type="slidenum">
              <a:rPr kumimoji="1" lang="ko-Kore-KR" altLang="en-US" smtClean="0"/>
              <a:t>‹#›</a:t>
            </a:fld>
            <a:endParaRPr kumimoji="1" lang="ko-Kore-KR" altLang="en-US"/>
          </a:p>
        </p:txBody>
      </p:sp>
    </p:spTree>
    <p:extLst>
      <p:ext uri="{BB962C8B-B14F-4D97-AF65-F5344CB8AC3E}">
        <p14:creationId xmlns:p14="http://schemas.microsoft.com/office/powerpoint/2010/main" val="102323139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793533-4FA2-F14B-AEA2-5287B408F2EF}" type="datetimeFigureOut">
              <a:rPr kumimoji="1" lang="ko-Kore-KR" altLang="en-US" smtClean="0"/>
              <a:t>06/03/2021</a:t>
            </a:fld>
            <a:endParaRPr kumimoji="1" lang="ko-Kore-KR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ore-KR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DC9358-13C3-F44A-8970-03272C6877EA}" type="slidenum">
              <a:rPr kumimoji="1" lang="ko-Kore-KR" altLang="en-US" smtClean="0"/>
              <a:t>‹#›</a:t>
            </a:fld>
            <a:endParaRPr kumimoji="1" lang="ko-Kore-KR" altLang="en-US"/>
          </a:p>
        </p:txBody>
      </p:sp>
    </p:spTree>
    <p:extLst>
      <p:ext uri="{BB962C8B-B14F-4D97-AF65-F5344CB8AC3E}">
        <p14:creationId xmlns:p14="http://schemas.microsoft.com/office/powerpoint/2010/main" val="21100367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793533-4FA2-F14B-AEA2-5287B408F2EF}" type="datetimeFigureOut">
              <a:rPr kumimoji="1" lang="ko-Kore-KR" altLang="en-US" smtClean="0"/>
              <a:t>06/03/2021</a:t>
            </a:fld>
            <a:endParaRPr kumimoji="1" lang="ko-Kore-KR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ore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DC9358-13C3-F44A-8970-03272C6877EA}" type="slidenum">
              <a:rPr kumimoji="1" lang="ko-Kore-KR" altLang="en-US" smtClean="0"/>
              <a:t>‹#›</a:t>
            </a:fld>
            <a:endParaRPr kumimoji="1" lang="ko-Kore-KR" altLang="en-US"/>
          </a:p>
        </p:txBody>
      </p:sp>
    </p:spTree>
    <p:extLst>
      <p:ext uri="{BB962C8B-B14F-4D97-AF65-F5344CB8AC3E}">
        <p14:creationId xmlns:p14="http://schemas.microsoft.com/office/powerpoint/2010/main" val="77131427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60400"/>
            <a:ext cx="2211884" cy="23114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15543" y="1426283"/>
            <a:ext cx="3471863" cy="7039681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971800"/>
            <a:ext cx="2211884" cy="550562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793533-4FA2-F14B-AEA2-5287B408F2EF}" type="datetimeFigureOut">
              <a:rPr kumimoji="1" lang="ko-Kore-KR" altLang="en-US" smtClean="0"/>
              <a:t>06/03/2021</a:t>
            </a:fld>
            <a:endParaRPr kumimoji="1" lang="ko-Kore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ore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DC9358-13C3-F44A-8970-03272C6877EA}" type="slidenum">
              <a:rPr kumimoji="1" lang="ko-Kore-KR" altLang="en-US" smtClean="0"/>
              <a:t>‹#›</a:t>
            </a:fld>
            <a:endParaRPr kumimoji="1" lang="ko-Kore-KR" altLang="en-US"/>
          </a:p>
        </p:txBody>
      </p:sp>
    </p:spTree>
    <p:extLst>
      <p:ext uri="{BB962C8B-B14F-4D97-AF65-F5344CB8AC3E}">
        <p14:creationId xmlns:p14="http://schemas.microsoft.com/office/powerpoint/2010/main" val="214298174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60400"/>
            <a:ext cx="2211884" cy="23114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915543" y="1426283"/>
            <a:ext cx="3471863" cy="7039681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ko-KR" altLang="en-US"/>
              <a:t>그림을 추가하려면 아이콘을 클릭하십시오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971800"/>
            <a:ext cx="2211884" cy="550562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793533-4FA2-F14B-AEA2-5287B408F2EF}" type="datetimeFigureOut">
              <a:rPr kumimoji="1" lang="ko-Kore-KR" altLang="en-US" smtClean="0"/>
              <a:t>06/03/2021</a:t>
            </a:fld>
            <a:endParaRPr kumimoji="1" lang="ko-Kore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ore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DC9358-13C3-F44A-8970-03272C6877EA}" type="slidenum">
              <a:rPr kumimoji="1" lang="ko-Kore-KR" altLang="en-US" smtClean="0"/>
              <a:t>‹#›</a:t>
            </a:fld>
            <a:endParaRPr kumimoji="1" lang="ko-Kore-KR" altLang="en-US"/>
          </a:p>
        </p:txBody>
      </p:sp>
    </p:spTree>
    <p:extLst>
      <p:ext uri="{BB962C8B-B14F-4D97-AF65-F5344CB8AC3E}">
        <p14:creationId xmlns:p14="http://schemas.microsoft.com/office/powerpoint/2010/main" val="143135988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793533-4FA2-F14B-AEA2-5287B408F2EF}" type="datetimeFigureOut">
              <a:rPr kumimoji="1" lang="ko-Kore-KR" altLang="en-US" smtClean="0"/>
              <a:t>06/03/2021</a:t>
            </a:fld>
            <a:endParaRPr kumimoji="1" lang="ko-Kore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ore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DC9358-13C3-F44A-8970-03272C6877EA}" type="slidenum">
              <a:rPr kumimoji="1" lang="ko-Kore-KR" altLang="en-US" smtClean="0"/>
              <a:t>‹#›</a:t>
            </a:fld>
            <a:endParaRPr kumimoji="1" lang="ko-Kore-KR" altLang="en-US"/>
          </a:p>
        </p:txBody>
      </p:sp>
    </p:spTree>
    <p:extLst>
      <p:ext uri="{BB962C8B-B14F-4D97-AF65-F5344CB8AC3E}">
        <p14:creationId xmlns:p14="http://schemas.microsoft.com/office/powerpoint/2010/main" val="244466700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907757" y="527403"/>
            <a:ext cx="1478756" cy="8394877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71488" y="527403"/>
            <a:ext cx="4350544" cy="8394877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793533-4FA2-F14B-AEA2-5287B408F2EF}" type="datetimeFigureOut">
              <a:rPr kumimoji="1" lang="ko-Kore-KR" altLang="en-US" smtClean="0"/>
              <a:t>06/03/2021</a:t>
            </a:fld>
            <a:endParaRPr kumimoji="1" lang="ko-Kore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ore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DC9358-13C3-F44A-8970-03272C6877EA}" type="slidenum">
              <a:rPr kumimoji="1" lang="ko-Kore-KR" altLang="en-US" smtClean="0"/>
              <a:t>‹#›</a:t>
            </a:fld>
            <a:endParaRPr kumimoji="1" lang="ko-Kore-KR" altLang="en-US"/>
          </a:p>
        </p:txBody>
      </p:sp>
    </p:spTree>
    <p:extLst>
      <p:ext uri="{BB962C8B-B14F-4D97-AF65-F5344CB8AC3E}">
        <p14:creationId xmlns:p14="http://schemas.microsoft.com/office/powerpoint/2010/main" val="405285363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71488" y="527405"/>
            <a:ext cx="5915025" cy="191470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1488" y="2637014"/>
            <a:ext cx="5915025" cy="628526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3793533-4FA2-F14B-AEA2-5287B408F2EF}" type="datetimeFigureOut">
              <a:rPr kumimoji="1" lang="ko-Kore-KR" altLang="en-US" smtClean="0"/>
              <a:t>06/03/2021</a:t>
            </a:fld>
            <a:endParaRPr kumimoji="1" lang="ko-Kore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ko-Kore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2DC9358-13C3-F44A-8970-03272C6877EA}" type="slidenum">
              <a:rPr kumimoji="1" lang="ko-Kore-KR" altLang="en-US" smtClean="0"/>
              <a:t>‹#›</a:t>
            </a:fld>
            <a:endParaRPr kumimoji="1" lang="ko-Kore-KR" altLang="en-US"/>
          </a:p>
        </p:txBody>
      </p:sp>
    </p:spTree>
    <p:extLst>
      <p:ext uri="{BB962C8B-B14F-4D97-AF65-F5344CB8AC3E}">
        <p14:creationId xmlns:p14="http://schemas.microsoft.com/office/powerpoint/2010/main" val="121556530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2CADD0B4-9759-2A40-90CA-C0781B782D3B}"/>
              </a:ext>
            </a:extLst>
          </p:cNvPr>
          <p:cNvSpPr txBox="1"/>
          <p:nvPr/>
        </p:nvSpPr>
        <p:spPr>
          <a:xfrm>
            <a:off x="211015" y="295422"/>
            <a:ext cx="2475914" cy="307777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kumimoji="1" lang="ko-KR" altLang="en-US" sz="1400" dirty="0">
                <a:latin typeface="+mn-ea"/>
              </a:rPr>
              <a:t>학번</a:t>
            </a:r>
            <a:r>
              <a:rPr kumimoji="1" lang="en-US" altLang="ko-KR" sz="1400" dirty="0">
                <a:latin typeface="+mn-ea"/>
              </a:rPr>
              <a:t>: 20213032</a:t>
            </a:r>
            <a:endParaRPr kumimoji="1" lang="ko-Kore-KR" altLang="en-US" sz="1400" dirty="0">
              <a:latin typeface="+mn-ea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3375A5A-0598-C643-A746-1B33D408F356}"/>
              </a:ext>
            </a:extLst>
          </p:cNvPr>
          <p:cNvSpPr txBox="1"/>
          <p:nvPr/>
        </p:nvSpPr>
        <p:spPr>
          <a:xfrm>
            <a:off x="2811194" y="295422"/>
            <a:ext cx="2475914" cy="307777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kumimoji="1" lang="ko-KR" altLang="en-US" sz="1400" dirty="0">
                <a:latin typeface="+mn-ea"/>
              </a:rPr>
              <a:t>이름</a:t>
            </a:r>
            <a:r>
              <a:rPr kumimoji="1" lang="en-US" altLang="ko-KR" sz="1400" dirty="0">
                <a:latin typeface="+mn-ea"/>
              </a:rPr>
              <a:t>: </a:t>
            </a:r>
            <a:r>
              <a:rPr kumimoji="1" lang="ko-KR" altLang="en-US" sz="1400" dirty="0">
                <a:latin typeface="+mn-ea"/>
              </a:rPr>
              <a:t>권영훈</a:t>
            </a:r>
            <a:endParaRPr kumimoji="1" lang="ko-Kore-KR" altLang="en-US" sz="1400" dirty="0">
              <a:latin typeface="+mn-ea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B0F2EE9-395E-484A-B61F-3F5A3BC9AD01}"/>
              </a:ext>
            </a:extLst>
          </p:cNvPr>
          <p:cNvSpPr txBox="1"/>
          <p:nvPr/>
        </p:nvSpPr>
        <p:spPr>
          <a:xfrm>
            <a:off x="211009" y="727134"/>
            <a:ext cx="6400803" cy="418535"/>
          </a:xfrm>
          <a:prstGeom prst="rect">
            <a:avLst/>
          </a:prstGeom>
          <a:solidFill>
            <a:srgbClr val="7030A0"/>
          </a:solidFill>
          <a:ln w="28575">
            <a:solidFill>
              <a:schemeClr val="tx1"/>
            </a:solidFill>
          </a:ln>
        </p:spPr>
        <p:txBody>
          <a:bodyPr wrap="square" rtlCol="0" anchor="ctr" anchorCtr="0">
            <a:noAutofit/>
          </a:bodyPr>
          <a:lstStyle/>
          <a:p>
            <a:pPr algn="ctr"/>
            <a:r>
              <a:rPr kumimoji="1" lang="ko-KR" altLang="en-US" b="1" dirty="0" err="1">
                <a:solidFill>
                  <a:schemeClr val="bg1"/>
                </a:solidFill>
                <a:latin typeface="+mn-ea"/>
              </a:rPr>
              <a:t>컴퓨터개론</a:t>
            </a:r>
            <a:r>
              <a:rPr kumimoji="1" lang="en-US" altLang="ko-KR" b="1" dirty="0">
                <a:solidFill>
                  <a:schemeClr val="bg1"/>
                </a:solidFill>
                <a:latin typeface="+mn-ea"/>
              </a:rPr>
              <a:t>(2021</a:t>
            </a:r>
            <a:r>
              <a:rPr kumimoji="1" lang="ko-KR" altLang="en-US" b="1" dirty="0">
                <a:solidFill>
                  <a:schemeClr val="bg1"/>
                </a:solidFill>
                <a:latin typeface="+mn-ea"/>
              </a:rPr>
              <a:t>학년도 </a:t>
            </a:r>
            <a:r>
              <a:rPr kumimoji="1" lang="en-US" altLang="ko-KR" b="1" dirty="0">
                <a:solidFill>
                  <a:schemeClr val="bg1"/>
                </a:solidFill>
                <a:latin typeface="+mn-ea"/>
              </a:rPr>
              <a:t>1</a:t>
            </a:r>
            <a:r>
              <a:rPr kumimoji="1" lang="ko-KR" altLang="en-US" b="1" dirty="0">
                <a:solidFill>
                  <a:schemeClr val="bg1"/>
                </a:solidFill>
                <a:latin typeface="+mn-ea"/>
              </a:rPr>
              <a:t>학기</a:t>
            </a:r>
            <a:r>
              <a:rPr kumimoji="1" lang="en-US" altLang="ko-KR" b="1" dirty="0">
                <a:solidFill>
                  <a:schemeClr val="bg1"/>
                </a:solidFill>
                <a:latin typeface="+mn-ea"/>
              </a:rPr>
              <a:t>)</a:t>
            </a:r>
            <a:r>
              <a:rPr kumimoji="1" lang="ko-KR" altLang="en-US" b="1" dirty="0">
                <a:solidFill>
                  <a:schemeClr val="bg1"/>
                </a:solidFill>
                <a:latin typeface="+mn-ea"/>
              </a:rPr>
              <a:t> </a:t>
            </a:r>
            <a:r>
              <a:rPr kumimoji="1" lang="en-US" altLang="ko-KR" b="1" dirty="0">
                <a:solidFill>
                  <a:schemeClr val="bg1"/>
                </a:solidFill>
                <a:latin typeface="+mn-ea"/>
              </a:rPr>
              <a:t>Homework#10</a:t>
            </a:r>
            <a:endParaRPr kumimoji="1" lang="ko-Kore-KR" altLang="en-US" b="1" dirty="0">
              <a:solidFill>
                <a:schemeClr val="bg1"/>
              </a:solidFill>
              <a:latin typeface="+mn-ea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575F9D5-6837-5A45-B395-C440E680ECB4}"/>
              </a:ext>
            </a:extLst>
          </p:cNvPr>
          <p:cNvSpPr txBox="1"/>
          <p:nvPr/>
        </p:nvSpPr>
        <p:spPr>
          <a:xfrm>
            <a:off x="211011" y="1243840"/>
            <a:ext cx="6400804" cy="759131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 w="28575">
            <a:solidFill>
              <a:schemeClr val="tx1"/>
            </a:solidFill>
          </a:ln>
        </p:spPr>
        <p:txBody>
          <a:bodyPr wrap="square" rtlCol="0" anchor="ctr" anchorCtr="0">
            <a:noAutofit/>
          </a:bodyPr>
          <a:lstStyle/>
          <a:p>
            <a:pPr algn="ctr">
              <a:lnSpc>
                <a:spcPct val="150000"/>
              </a:lnSpc>
            </a:pPr>
            <a:r>
              <a:rPr kumimoji="1" lang="ko-KR" altLang="en-US" sz="1400" dirty="0">
                <a:latin typeface="+mn-ea"/>
              </a:rPr>
              <a:t>한학기 동안 들었던 다양한 컴퓨터 응용 분야 들 중 관심 있는 분야를</a:t>
            </a:r>
            <a:endParaRPr kumimoji="1" lang="en-US" altLang="ko-KR" sz="1400" dirty="0">
              <a:latin typeface="+mn-ea"/>
            </a:endParaRPr>
          </a:p>
          <a:p>
            <a:pPr algn="ctr">
              <a:lnSpc>
                <a:spcPct val="150000"/>
              </a:lnSpc>
            </a:pPr>
            <a:r>
              <a:rPr kumimoji="1" lang="en-US" altLang="ko-KR" sz="1400" dirty="0">
                <a:latin typeface="+mn-ea"/>
              </a:rPr>
              <a:t>2</a:t>
            </a:r>
            <a:r>
              <a:rPr kumimoji="1" lang="ko-KR" altLang="en-US" sz="1400" dirty="0">
                <a:latin typeface="+mn-ea"/>
              </a:rPr>
              <a:t>개 선정하고</a:t>
            </a:r>
            <a:r>
              <a:rPr kumimoji="1" lang="en-US" altLang="ko-KR" sz="1400" dirty="0">
                <a:latin typeface="+mn-ea"/>
              </a:rPr>
              <a:t>,</a:t>
            </a:r>
            <a:r>
              <a:rPr kumimoji="1" lang="ko-KR" altLang="en-US" sz="1400" dirty="0">
                <a:latin typeface="+mn-ea"/>
              </a:rPr>
              <a:t> 선정한 이유를 구체적으로 작성하시오</a:t>
            </a:r>
            <a:r>
              <a:rPr kumimoji="1" lang="en-US" altLang="ko-KR" sz="1400" dirty="0">
                <a:latin typeface="+mn-ea"/>
              </a:rPr>
              <a:t>.</a:t>
            </a:r>
            <a:r>
              <a:rPr kumimoji="1" lang="ko-KR" altLang="en-US" sz="1400" dirty="0">
                <a:latin typeface="+mn-ea"/>
              </a:rPr>
              <a:t> </a:t>
            </a:r>
            <a:r>
              <a:rPr kumimoji="1" lang="en-US" altLang="ko-KR" sz="1400" dirty="0">
                <a:latin typeface="+mn-ea"/>
              </a:rPr>
              <a:t>(</a:t>
            </a:r>
            <a:r>
              <a:rPr kumimoji="1" lang="ko-KR" altLang="en-US" sz="1400" dirty="0">
                <a:latin typeface="+mn-ea"/>
              </a:rPr>
              <a:t>그림 활용 가능</a:t>
            </a:r>
            <a:r>
              <a:rPr kumimoji="1" lang="en-US" altLang="ko-KR" sz="1400" dirty="0">
                <a:latin typeface="+mn-ea"/>
              </a:rPr>
              <a:t>)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BC8D1148-B17E-804F-AF6A-14511DAAE1CB}"/>
              </a:ext>
            </a:extLst>
          </p:cNvPr>
          <p:cNvSpPr txBox="1"/>
          <p:nvPr/>
        </p:nvSpPr>
        <p:spPr>
          <a:xfrm>
            <a:off x="229166" y="3232517"/>
            <a:ext cx="6442225" cy="2817174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 w="28575">
            <a:solidFill>
              <a:schemeClr val="tx1"/>
            </a:solidFill>
          </a:ln>
        </p:spPr>
        <p:txBody>
          <a:bodyPr wrap="square" rtlCol="0">
            <a:noAutofit/>
          </a:bodyPr>
          <a:lstStyle/>
          <a:p>
            <a:r>
              <a:rPr kumimoji="1" lang="en-US" altLang="ko-KR" sz="1400" dirty="0">
                <a:latin typeface="+mn-ea"/>
              </a:rPr>
              <a:t>1) </a:t>
            </a:r>
            <a:r>
              <a:rPr kumimoji="1" lang="ko-KR" altLang="en-US" sz="1400" dirty="0">
                <a:latin typeface="+mn-ea"/>
              </a:rPr>
              <a:t>양자 컴퓨터</a:t>
            </a:r>
            <a:r>
              <a:rPr kumimoji="1" lang="en-US" altLang="ko-KR" sz="1400" dirty="0">
                <a:latin typeface="+mn-ea"/>
              </a:rPr>
              <a:t>:</a:t>
            </a:r>
          </a:p>
          <a:p>
            <a:endParaRPr kumimoji="1" lang="en-US" altLang="en-US" sz="1400" dirty="0">
              <a:latin typeface="+mn-ea"/>
            </a:endParaRPr>
          </a:p>
          <a:p>
            <a:r>
              <a:rPr kumimoji="1" lang="ko-KR" altLang="en-US" sz="1400" dirty="0">
                <a:latin typeface="+mn-ea"/>
              </a:rPr>
              <a:t>양자 물리학에 대해서는 고등학교에서 물리</a:t>
            </a:r>
            <a:r>
              <a:rPr kumimoji="1" lang="en-US" altLang="ko-KR" sz="1400" dirty="0">
                <a:latin typeface="+mn-ea"/>
              </a:rPr>
              <a:t>1</a:t>
            </a:r>
            <a:r>
              <a:rPr kumimoji="1" lang="ko-KR" altLang="en-US" sz="1400" dirty="0">
                <a:latin typeface="+mn-ea"/>
              </a:rPr>
              <a:t>을 공부하여 알고 있었지만 양자 컴퓨터에 대한 내용은 처음 듣게 되어 기억에 남게 되었습니다</a:t>
            </a:r>
            <a:r>
              <a:rPr kumimoji="1" lang="en-US" altLang="ko-KR" sz="1400" dirty="0">
                <a:latin typeface="+mn-ea"/>
              </a:rPr>
              <a:t>. </a:t>
            </a:r>
          </a:p>
          <a:p>
            <a:r>
              <a:rPr kumimoji="1" lang="ko-KR" altLang="en-US" sz="1400" dirty="0">
                <a:latin typeface="+mn-ea"/>
              </a:rPr>
              <a:t>그리고 수업 전 양자 컴퓨터에 대해 미리 공부하고 수업을 들어서 좀 더 제 기억 속에 남게 되었던 거 같습니다</a:t>
            </a:r>
            <a:r>
              <a:rPr kumimoji="1" lang="en-US" altLang="ko-KR" sz="1400" dirty="0">
                <a:latin typeface="+mn-ea"/>
              </a:rPr>
              <a:t>.</a:t>
            </a:r>
          </a:p>
          <a:p>
            <a:r>
              <a:rPr kumimoji="1" lang="ko-KR" altLang="en-US" sz="1400" dirty="0">
                <a:latin typeface="+mn-ea"/>
              </a:rPr>
              <a:t>일반 컴퓨터가 </a:t>
            </a:r>
            <a:r>
              <a:rPr kumimoji="1" lang="en-US" altLang="ko-KR" sz="1400" dirty="0">
                <a:latin typeface="+mn-ea"/>
              </a:rPr>
              <a:t>5</a:t>
            </a:r>
            <a:r>
              <a:rPr kumimoji="1" lang="ko-KR" altLang="en-US" sz="1400" dirty="0">
                <a:latin typeface="+mn-ea"/>
              </a:rPr>
              <a:t>천 </a:t>
            </a:r>
            <a:r>
              <a:rPr kumimoji="1" lang="en-US" altLang="ko-KR" sz="1400" dirty="0">
                <a:latin typeface="+mn-ea"/>
              </a:rPr>
              <a:t>8</a:t>
            </a:r>
            <a:r>
              <a:rPr kumimoji="1" lang="ko-KR" altLang="en-US" sz="1400" dirty="0">
                <a:latin typeface="+mn-ea"/>
              </a:rPr>
              <a:t>백억 년 동안 계산해야 될 문제를 양자 컴퓨터는 단 </a:t>
            </a:r>
            <a:r>
              <a:rPr kumimoji="1" lang="en-US" altLang="ko-KR" sz="1400" dirty="0">
                <a:latin typeface="+mn-ea"/>
              </a:rPr>
              <a:t>1</a:t>
            </a:r>
            <a:r>
              <a:rPr kumimoji="1" lang="ko-KR" altLang="en-US" sz="1400" dirty="0">
                <a:latin typeface="+mn-ea"/>
              </a:rPr>
              <a:t>초 만에 풀어낼 수 있으니</a:t>
            </a:r>
            <a:r>
              <a:rPr kumimoji="1" lang="en-US" altLang="ko-KR" sz="1400" dirty="0">
                <a:latin typeface="+mn-ea"/>
              </a:rPr>
              <a:t> </a:t>
            </a:r>
          </a:p>
          <a:p>
            <a:r>
              <a:rPr kumimoji="1" lang="ko-KR" altLang="en-US" sz="1400" dirty="0">
                <a:latin typeface="+mn-ea"/>
              </a:rPr>
              <a:t>만약 양자 컴퓨터가 더욱 발전한다면 무리수 </a:t>
            </a:r>
            <a:r>
              <a:rPr kumimoji="1" lang="en-US" altLang="ko-KR" sz="1400" dirty="0">
                <a:latin typeface="+mn-ea"/>
              </a:rPr>
              <a:t>e,</a:t>
            </a:r>
            <a:r>
              <a:rPr kumimoji="1" lang="ko-KR" altLang="en-US" sz="1400" dirty="0">
                <a:latin typeface="+mn-ea"/>
              </a:rPr>
              <a:t> </a:t>
            </a:r>
            <a:r>
              <a:rPr kumimoji="1" lang="en-US" altLang="ko-KR" sz="1400" dirty="0">
                <a:latin typeface="+mn-ea"/>
              </a:rPr>
              <a:t>π </a:t>
            </a:r>
            <a:r>
              <a:rPr kumimoji="1" lang="ko-KR" altLang="en-US" sz="1400" dirty="0">
                <a:latin typeface="+mn-ea"/>
              </a:rPr>
              <a:t>같은 끝없는 수를 계산 할 수 있지 않을까</a:t>
            </a:r>
            <a:r>
              <a:rPr kumimoji="1" lang="en-US" altLang="ko-KR" sz="1400" dirty="0">
                <a:latin typeface="+mn-ea"/>
              </a:rPr>
              <a:t>? </a:t>
            </a:r>
            <a:r>
              <a:rPr kumimoji="1" lang="ko-KR" altLang="en-US" sz="1400" dirty="0">
                <a:latin typeface="+mn-ea"/>
              </a:rPr>
              <a:t>라는 생각도 듭니다</a:t>
            </a:r>
            <a:r>
              <a:rPr kumimoji="1" lang="en-US" altLang="ko-KR" sz="1400" dirty="0">
                <a:latin typeface="+mn-ea"/>
              </a:rPr>
              <a:t>.</a:t>
            </a:r>
            <a:endParaRPr kumimoji="1" lang="ko-Kore-KR" altLang="en-US" sz="1400" dirty="0">
              <a:latin typeface="+mn-ea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10B6605-9896-E74C-97BE-D5CA97E17267}"/>
              </a:ext>
            </a:extLst>
          </p:cNvPr>
          <p:cNvSpPr txBox="1"/>
          <p:nvPr/>
        </p:nvSpPr>
        <p:spPr>
          <a:xfrm>
            <a:off x="229166" y="6363990"/>
            <a:ext cx="6442225" cy="2817174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 w="28575">
            <a:solidFill>
              <a:schemeClr val="tx1"/>
            </a:solidFill>
          </a:ln>
        </p:spPr>
        <p:txBody>
          <a:bodyPr wrap="square" rtlCol="0">
            <a:noAutofit/>
          </a:bodyPr>
          <a:lstStyle/>
          <a:p>
            <a:r>
              <a:rPr kumimoji="1" lang="en-US" altLang="ko-KR" sz="1400" dirty="0">
                <a:latin typeface="+mn-ea"/>
              </a:rPr>
              <a:t>2) </a:t>
            </a:r>
            <a:r>
              <a:rPr kumimoji="1" lang="ko-KR" altLang="en-US" sz="1400" dirty="0">
                <a:latin typeface="+mn-ea"/>
              </a:rPr>
              <a:t>인공지능</a:t>
            </a:r>
            <a:r>
              <a:rPr kumimoji="1" lang="en-US" altLang="ko-KR" sz="1400" dirty="0">
                <a:latin typeface="+mn-ea"/>
              </a:rPr>
              <a:t>:</a:t>
            </a:r>
          </a:p>
          <a:p>
            <a:endParaRPr kumimoji="1" lang="en-US" altLang="ko-KR" sz="1400" dirty="0">
              <a:latin typeface="+mn-ea"/>
            </a:endParaRPr>
          </a:p>
          <a:p>
            <a:r>
              <a:rPr kumimoji="1" lang="ko-KR" altLang="en-US" sz="1400" dirty="0">
                <a:latin typeface="+mn-ea"/>
              </a:rPr>
              <a:t>인공지능의 발전 과정을 시간 순으로 보며 강의를 들으니 재밌었습니다</a:t>
            </a:r>
            <a:r>
              <a:rPr kumimoji="1" lang="en-US" altLang="ko-KR" sz="1400" dirty="0">
                <a:latin typeface="+mn-ea"/>
              </a:rPr>
              <a:t>. </a:t>
            </a:r>
          </a:p>
          <a:p>
            <a:r>
              <a:rPr kumimoji="1" lang="ko-KR" altLang="en-US" sz="1400" dirty="0">
                <a:latin typeface="+mn-ea"/>
              </a:rPr>
              <a:t>다양한 분야에서 인공지능이나 빅데이터를 사용하는 것을 보면 훗날엔 어느 곳 에든 인공지능이 꼭 사용 될 거 같다</a:t>
            </a:r>
            <a:r>
              <a:rPr kumimoji="1" lang="en-US" altLang="ko-KR" sz="1400" dirty="0">
                <a:latin typeface="+mn-ea"/>
              </a:rPr>
              <a:t>. </a:t>
            </a:r>
            <a:r>
              <a:rPr kumimoji="1" lang="ko-KR" altLang="en-US" sz="1400" dirty="0">
                <a:latin typeface="+mn-ea"/>
              </a:rPr>
              <a:t>아직 인공지능 무인 자동차에 대한 찬반여론도 많고 발전 단계 초 이기 때문에</a:t>
            </a:r>
            <a:r>
              <a:rPr kumimoji="1" lang="en-US" altLang="ko-KR" sz="1400" dirty="0">
                <a:latin typeface="+mn-ea"/>
              </a:rPr>
              <a:t> </a:t>
            </a:r>
            <a:r>
              <a:rPr kumimoji="1" lang="ko-KR" altLang="en-US" sz="1400" dirty="0">
                <a:latin typeface="+mn-ea"/>
              </a:rPr>
              <a:t>말이 많지만 점차 상용화 된다면 사람들도 긍정 </a:t>
            </a:r>
            <a:r>
              <a:rPr kumimoji="1" lang="ko-KR" altLang="en-US" sz="1400">
                <a:latin typeface="+mn-ea"/>
              </a:rPr>
              <a:t>여론이 많아질 것 </a:t>
            </a:r>
            <a:r>
              <a:rPr kumimoji="1" lang="ko-KR" altLang="en-US" sz="1400" dirty="0">
                <a:latin typeface="+mn-ea"/>
              </a:rPr>
              <a:t>같다</a:t>
            </a:r>
            <a:r>
              <a:rPr kumimoji="1" lang="en-US" altLang="ko-KR" sz="1400" dirty="0">
                <a:latin typeface="+mn-ea"/>
              </a:rPr>
              <a:t>. </a:t>
            </a:r>
            <a:endParaRPr kumimoji="1" lang="ko-Kore-KR" altLang="en-US" sz="1400" dirty="0">
              <a:latin typeface="+mn-ea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44E930E-622B-8841-847A-E675FA4FCA5C}"/>
              </a:ext>
            </a:extLst>
          </p:cNvPr>
          <p:cNvSpPr txBox="1"/>
          <p:nvPr/>
        </p:nvSpPr>
        <p:spPr>
          <a:xfrm>
            <a:off x="229166" y="2133423"/>
            <a:ext cx="6442225" cy="784796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 w="28575">
            <a:solidFill>
              <a:schemeClr val="tx1"/>
            </a:solidFill>
          </a:ln>
        </p:spPr>
        <p:txBody>
          <a:bodyPr wrap="square" rtlCol="0">
            <a:noAutofit/>
          </a:bodyPr>
          <a:lstStyle/>
          <a:p>
            <a:r>
              <a:rPr kumimoji="1" lang="ko-KR" altLang="en-US" sz="1400" dirty="0">
                <a:latin typeface="+mn-ea"/>
              </a:rPr>
              <a:t>예</a:t>
            </a:r>
            <a:r>
              <a:rPr kumimoji="1" lang="en-US" altLang="ko-KR" sz="1400" dirty="0">
                <a:latin typeface="+mn-ea"/>
              </a:rPr>
              <a:t>)</a:t>
            </a:r>
            <a:r>
              <a:rPr kumimoji="1" lang="ko-KR" altLang="en-US" sz="1400" dirty="0">
                <a:latin typeface="+mn-ea"/>
              </a:rPr>
              <a:t> 프로그래밍 언어 개발자</a:t>
            </a:r>
            <a:r>
              <a:rPr kumimoji="1" lang="en-US" altLang="ko-KR" sz="1400" dirty="0">
                <a:latin typeface="+mn-ea"/>
              </a:rPr>
              <a:t>:</a:t>
            </a:r>
            <a:r>
              <a:rPr kumimoji="1" lang="ko-KR" altLang="en-US" sz="1400" dirty="0">
                <a:latin typeface="+mn-ea"/>
              </a:rPr>
              <a:t> 기존에 사용하고 있는 프로그래밍 언어의 한계성과 효율성을 극복한 새로운 프로그래밍 언어를 만들어 보고 싶음</a:t>
            </a:r>
            <a:r>
              <a:rPr kumimoji="1" lang="en-US" altLang="ko-KR" sz="1400" dirty="0">
                <a:latin typeface="+mn-ea"/>
              </a:rPr>
              <a:t>.</a:t>
            </a:r>
            <a:r>
              <a:rPr kumimoji="1" lang="ko-KR" altLang="en-US" sz="1400" dirty="0">
                <a:latin typeface="+mn-ea"/>
              </a:rPr>
              <a:t> </a:t>
            </a:r>
            <a:endParaRPr kumimoji="1" lang="en-US" altLang="ko-KR" sz="1400" dirty="0">
              <a:latin typeface="+mn-ea"/>
            </a:endParaRPr>
          </a:p>
          <a:p>
            <a:r>
              <a:rPr kumimoji="1" lang="en-US" altLang="ko-Kore-KR" sz="1400" dirty="0">
                <a:latin typeface="+mn-ea"/>
              </a:rPr>
              <a:t>C </a:t>
            </a:r>
            <a:r>
              <a:rPr kumimoji="1" lang="ko-KR" altLang="en-US" sz="1400" dirty="0">
                <a:latin typeface="+mn-ea"/>
              </a:rPr>
              <a:t>언어는 </a:t>
            </a:r>
            <a:r>
              <a:rPr kumimoji="1" lang="en-US" altLang="ko-KR" sz="1400" dirty="0">
                <a:latin typeface="+mn-ea"/>
              </a:rPr>
              <a:t>…</a:t>
            </a:r>
            <a:r>
              <a:rPr kumimoji="1" lang="ko-KR" altLang="en-US" sz="1400" dirty="0">
                <a:latin typeface="+mn-ea"/>
              </a:rPr>
              <a:t> 특성이 있으며</a:t>
            </a:r>
            <a:r>
              <a:rPr kumimoji="1" lang="en-US" altLang="ko-KR" sz="1400" dirty="0">
                <a:latin typeface="+mn-ea"/>
              </a:rPr>
              <a:t>,</a:t>
            </a:r>
            <a:r>
              <a:rPr kumimoji="1" lang="ko-KR" altLang="en-US" sz="1400" dirty="0">
                <a:latin typeface="+mn-ea"/>
              </a:rPr>
              <a:t> </a:t>
            </a:r>
            <a:r>
              <a:rPr kumimoji="1" lang="en-US" altLang="ko-KR" sz="1400" dirty="0">
                <a:latin typeface="+mn-ea"/>
              </a:rPr>
              <a:t>Python</a:t>
            </a:r>
            <a:r>
              <a:rPr kumimoji="1" lang="ko-KR" altLang="en-US" sz="1400" dirty="0">
                <a:latin typeface="+mn-ea"/>
              </a:rPr>
              <a:t>은 </a:t>
            </a:r>
            <a:r>
              <a:rPr kumimoji="1" lang="en-US" altLang="ko-KR" sz="1400" dirty="0">
                <a:latin typeface="+mn-ea"/>
              </a:rPr>
              <a:t>…</a:t>
            </a:r>
            <a:r>
              <a:rPr kumimoji="1" lang="ko-KR" altLang="en-US" sz="1400" dirty="0">
                <a:latin typeface="+mn-ea"/>
              </a:rPr>
              <a:t> 하여</a:t>
            </a:r>
            <a:r>
              <a:rPr kumimoji="1" lang="en-US" altLang="ko-KR" sz="1400" dirty="0">
                <a:latin typeface="+mn-ea"/>
              </a:rPr>
              <a:t>,</a:t>
            </a:r>
            <a:r>
              <a:rPr kumimoji="1" lang="ko-KR" altLang="en-US" sz="1400" dirty="0">
                <a:latin typeface="+mn-ea"/>
              </a:rPr>
              <a:t> 새로운 </a:t>
            </a:r>
            <a:r>
              <a:rPr kumimoji="1" lang="en-US" altLang="ko-KR" sz="1400" dirty="0" err="1">
                <a:latin typeface="+mn-ea"/>
              </a:rPr>
              <a:t>ngkim</a:t>
            </a:r>
            <a:r>
              <a:rPr kumimoji="1" lang="en-US" altLang="ko-KR" sz="1400" dirty="0">
                <a:latin typeface="+mn-ea"/>
              </a:rPr>
              <a:t> </a:t>
            </a:r>
            <a:r>
              <a:rPr kumimoji="1" lang="ko-KR" altLang="en-US" sz="1400" dirty="0">
                <a:latin typeface="+mn-ea"/>
              </a:rPr>
              <a:t>언어를 개발</a:t>
            </a:r>
            <a:r>
              <a:rPr kumimoji="1" lang="en-US" altLang="ko-KR" sz="1400" dirty="0">
                <a:latin typeface="+mn-ea"/>
              </a:rPr>
              <a:t>.</a:t>
            </a:r>
            <a:endParaRPr kumimoji="1" lang="ko-Kore-KR" altLang="en-US" sz="1400" dirty="0"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293507105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 테마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테마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테마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130</TotalTime>
  <Words>223</Words>
  <Application>Microsoft Office PowerPoint</Application>
  <PresentationFormat>A4 용지(210x297mm)</PresentationFormat>
  <Paragraphs>17</Paragraphs>
  <Slides>1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</vt:i4>
      </vt:variant>
    </vt:vector>
  </HeadingPairs>
  <TitlesOfParts>
    <vt:vector size="6" baseType="lpstr">
      <vt:lpstr>맑은 고딕</vt:lpstr>
      <vt:lpstr>Arial</vt:lpstr>
      <vt:lpstr>Calibri</vt:lpstr>
      <vt:lpstr>Calibri Light</vt:lpstr>
      <vt:lpstr>Office 테마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Kim Nam Gyu</dc:creator>
  <cp:lastModifiedBy>권 영훈</cp:lastModifiedBy>
  <cp:revision>30</cp:revision>
  <dcterms:created xsi:type="dcterms:W3CDTF">2020-12-27T02:05:04Z</dcterms:created>
  <dcterms:modified xsi:type="dcterms:W3CDTF">2021-06-02T22:34:05Z</dcterms:modified>
</cp:coreProperties>
</file>