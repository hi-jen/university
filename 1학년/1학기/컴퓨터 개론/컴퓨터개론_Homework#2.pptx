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578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03/29/2021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terms.naver.com/entry.naver?docId=122037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Homework#2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폰 </a:t>
            </a:r>
            <a:r>
              <a:rPr kumimoji="1" lang="ko-KR" altLang="en-US" sz="1400" dirty="0" err="1">
                <a:latin typeface="+mn-ea"/>
              </a:rPr>
              <a:t>노이만</a:t>
            </a:r>
            <a:r>
              <a:rPr kumimoji="1" lang="ko-KR" altLang="en-US" sz="1400" dirty="0">
                <a:latin typeface="+mn-ea"/>
              </a:rPr>
              <a:t> 컴퓨터는 어떤 특성들을 가지고 있으며</a:t>
            </a:r>
            <a:r>
              <a:rPr kumimoji="1" lang="en-US" altLang="ko-KR" sz="1400" dirty="0">
                <a:latin typeface="+mn-ea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이것이 컴퓨터 발전에 끼친 영향은 무엇인가</a:t>
            </a:r>
            <a:r>
              <a:rPr kumimoji="1" lang="en-US" altLang="ko-KR" sz="1400" dirty="0">
                <a:latin typeface="+mn-ea"/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29167" y="7645139"/>
            <a:ext cx="6442224" cy="20340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</a:t>
            </a:r>
            <a:r>
              <a:rPr kumimoji="1" lang="ko-KR" altLang="en-US" sz="1400" dirty="0">
                <a:latin typeface="+mn-ea"/>
              </a:rPr>
              <a:t>하이브리드 컴퓨터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  29, 236, 63235</a:t>
            </a:r>
            <a:endParaRPr lang="en-US" altLang="ko-KR" sz="1400" b="0" i="0" dirty="0">
              <a:solidFill>
                <a:srgbClr val="555555"/>
              </a:solidFill>
              <a:effectLst/>
              <a:latin typeface="+mj-lt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3) 1000001, 100101010, 10011100001111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4-1) 1010</a:t>
            </a: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4-2) -1010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29166" y="5232401"/>
            <a:ext cx="6442225" cy="22788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디지털 컴퓨터와 아날로그 컴퓨터를 결합한 모델은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</a:t>
            </a:r>
            <a:r>
              <a:rPr kumimoji="1" lang="en-US" altLang="ko-KR" sz="1400" dirty="0">
                <a:latin typeface="+mn-ea"/>
              </a:rPr>
              <a:t>) </a:t>
            </a:r>
            <a:r>
              <a:rPr kumimoji="1" lang="ko-KR" altLang="en-US" sz="1400" dirty="0">
                <a:latin typeface="+mn-ea"/>
              </a:rPr>
              <a:t>컴퓨터이다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다음 수를 </a:t>
            </a:r>
            <a:r>
              <a:rPr kumimoji="1" lang="en-US" altLang="ko-KR" sz="1400" dirty="0">
                <a:latin typeface="+mn-ea"/>
              </a:rPr>
              <a:t>10</a:t>
            </a:r>
            <a:r>
              <a:rPr kumimoji="1" lang="ko-KR" altLang="en-US" sz="1400" dirty="0">
                <a:latin typeface="+mn-ea"/>
              </a:rPr>
              <a:t>진수로 변환</a:t>
            </a:r>
            <a:r>
              <a:rPr kumimoji="1" lang="en-US" altLang="ko-KR" sz="1400" dirty="0">
                <a:latin typeface="+mn-ea"/>
              </a:rPr>
              <a:t>: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(11101)</a:t>
            </a:r>
            <a:r>
              <a:rPr kumimoji="1" lang="en-US" altLang="ko-KR" sz="1400" baseline="-25000" dirty="0">
                <a:latin typeface="+mn-ea"/>
              </a:rPr>
              <a:t>2</a:t>
            </a:r>
            <a:r>
              <a:rPr kumimoji="1" lang="en-US" altLang="ko-KR" sz="1400" dirty="0">
                <a:latin typeface="+mn-ea"/>
              </a:rPr>
              <a:t>, (354)</a:t>
            </a:r>
            <a:r>
              <a:rPr kumimoji="1" lang="en-US" altLang="ko-KR" sz="1400" baseline="-25000" dirty="0">
                <a:latin typeface="+mn-ea"/>
              </a:rPr>
              <a:t>8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(F703)</a:t>
            </a:r>
            <a:r>
              <a:rPr kumimoji="1" lang="en-US" altLang="ko-KR" sz="1400" baseline="-25000" dirty="0">
                <a:latin typeface="+mn-ea"/>
              </a:rPr>
              <a:t>16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다음 수를 </a:t>
            </a:r>
            <a:r>
              <a:rPr kumimoji="1" lang="en-US" altLang="ko-KR" sz="1400" dirty="0">
                <a:latin typeface="+mn-ea"/>
              </a:rPr>
              <a:t>2</a:t>
            </a:r>
            <a:r>
              <a:rPr kumimoji="1" lang="ko-KR" altLang="en-US" sz="1400" dirty="0">
                <a:latin typeface="+mn-ea"/>
              </a:rPr>
              <a:t>진수로 변환</a:t>
            </a:r>
            <a:r>
              <a:rPr kumimoji="1" lang="en-US" altLang="ko-KR" sz="1400" dirty="0">
                <a:latin typeface="+mn-ea"/>
              </a:rPr>
              <a:t>: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(65)</a:t>
            </a:r>
            <a:r>
              <a:rPr kumimoji="1" lang="en-US" altLang="ko-KR" sz="1400" baseline="-25000" dirty="0">
                <a:latin typeface="+mn-ea"/>
              </a:rPr>
              <a:t>10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(452)</a:t>
            </a:r>
            <a:r>
              <a:rPr kumimoji="1" lang="en-US" altLang="ko-KR" sz="1400" baseline="-25000" dirty="0">
                <a:latin typeface="+mn-ea"/>
              </a:rPr>
              <a:t>8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(270F)</a:t>
            </a:r>
            <a:r>
              <a:rPr kumimoji="1" lang="en-US" altLang="ko-KR" sz="1400" baseline="-25000" dirty="0">
                <a:latin typeface="+mn-ea"/>
              </a:rPr>
              <a:t>16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AutoNum type="arabicParenR"/>
            </a:pPr>
            <a:r>
              <a:rPr kumimoji="1" lang="en-US" altLang="ko-KR" sz="1400" dirty="0">
                <a:latin typeface="+mn-ea"/>
              </a:rPr>
              <a:t>1</a:t>
            </a:r>
            <a:r>
              <a:rPr kumimoji="1" lang="ko-KR" altLang="en-US" sz="1400" dirty="0">
                <a:latin typeface="+mn-ea"/>
              </a:rPr>
              <a:t>의 보수를 이용하여 뺄셈 결과를 구하시오</a:t>
            </a:r>
            <a:endParaRPr kumimoji="1" lang="en-US" altLang="ko-KR" sz="1400" dirty="0">
              <a:latin typeface="+mn-ea"/>
            </a:endParaRPr>
          </a:p>
          <a:p>
            <a:pPr lvl="1"/>
            <a:r>
              <a:rPr kumimoji="1" lang="en-US" altLang="ko-KR" sz="1400" dirty="0">
                <a:latin typeface="+mn-ea"/>
              </a:rPr>
              <a:t>4-1)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1110</a:t>
            </a:r>
            <a:r>
              <a:rPr kumimoji="1" lang="en-US" altLang="ko-KR" sz="1400" baseline="-25000" dirty="0">
                <a:latin typeface="+mn-ea"/>
              </a:rPr>
              <a:t>(2) </a:t>
            </a:r>
            <a:r>
              <a:rPr kumimoji="1" lang="en-US" altLang="ko-KR" sz="1400" dirty="0">
                <a:latin typeface="+mn-ea"/>
              </a:rPr>
              <a:t>- 0100</a:t>
            </a:r>
            <a:r>
              <a:rPr kumimoji="1" lang="en-US" altLang="ko-KR" sz="1400" baseline="-25000" dirty="0">
                <a:latin typeface="+mn-ea"/>
              </a:rPr>
              <a:t>(2)</a:t>
            </a:r>
            <a:r>
              <a:rPr kumimoji="1" lang="en-US" altLang="ko-KR" sz="1400" dirty="0">
                <a:latin typeface="+mn-ea"/>
              </a:rPr>
              <a:t> </a:t>
            </a:r>
          </a:p>
          <a:p>
            <a:pPr lvl="1"/>
            <a:r>
              <a:rPr kumimoji="1" lang="en-US" altLang="ko-KR" sz="1400" dirty="0">
                <a:latin typeface="+mn-ea"/>
              </a:rPr>
              <a:t>4-2)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0100</a:t>
            </a:r>
            <a:r>
              <a:rPr kumimoji="1" lang="en-US" altLang="ko-KR" sz="1400" baseline="-25000" dirty="0">
                <a:latin typeface="+mn-ea"/>
              </a:rPr>
              <a:t>(2)</a:t>
            </a:r>
            <a:r>
              <a:rPr kumimoji="1" lang="en-US" altLang="ko-KR" sz="1400" dirty="0">
                <a:latin typeface="+mn-ea"/>
              </a:rPr>
              <a:t> - 1110</a:t>
            </a:r>
            <a:r>
              <a:rPr kumimoji="1" lang="en-US" altLang="ko-KR" sz="1400" baseline="-25000" dirty="0">
                <a:latin typeface="+mn-ea"/>
              </a:rPr>
              <a:t>(2)</a:t>
            </a:r>
            <a:endParaRPr kumimoji="1" lang="ko-Kore-KR" altLang="en-US" sz="1400" baseline="-25000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2169579"/>
            <a:ext cx="6442225" cy="28254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400" b="1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[</a:t>
            </a:r>
            <a:r>
              <a:rPr lang="ko-KR" altLang="en-US" sz="1400" b="1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네이버 지식백과</a:t>
            </a:r>
            <a:r>
              <a:rPr lang="en-US" altLang="ko-KR" sz="1400" b="1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]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1400" b="0" i="0" u="none" strike="noStrike" dirty="0">
                <a:solidFill>
                  <a:srgbClr val="0033AC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2"/>
              </a:rPr>
              <a:t>존 폰 </a:t>
            </a:r>
            <a:r>
              <a:rPr lang="ko-KR" altLang="en-US" sz="1400" b="0" i="0" u="none" strike="noStrike" dirty="0" err="1">
                <a:solidFill>
                  <a:srgbClr val="0033AC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2"/>
              </a:rPr>
              <a:t>노이만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[Johann Ludwig von Neumann] (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두산백과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)</a:t>
            </a:r>
          </a:p>
          <a:p>
            <a:endParaRPr kumimoji="1" lang="en-US" altLang="en-US" sz="1400" dirty="0">
              <a:latin typeface="+mn-ea"/>
            </a:endParaRPr>
          </a:p>
          <a:p>
            <a:r>
              <a:rPr kumimoji="1" lang="en-US" altLang="en-US" sz="1400" dirty="0">
                <a:latin typeface="+mn-ea"/>
              </a:rPr>
              <a:t>1949</a:t>
            </a:r>
            <a:r>
              <a:rPr kumimoji="1" lang="ko-KR" altLang="en-US" sz="1400" dirty="0">
                <a:latin typeface="+mn-ea"/>
              </a:rPr>
              <a:t>년 </a:t>
            </a:r>
            <a:r>
              <a:rPr kumimoji="1" lang="ko-KR" altLang="en-US" sz="1400" dirty="0" err="1">
                <a:latin typeface="+mn-ea"/>
              </a:rPr>
              <a:t>에드삭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(EDSAC) </a:t>
            </a:r>
            <a:r>
              <a:rPr kumimoji="1" lang="ko-KR" altLang="en-US" sz="1400" dirty="0">
                <a:latin typeface="+mn-ea"/>
              </a:rPr>
              <a:t>컴퓨터를 만든 폰 노이만은 </a:t>
            </a:r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컴퓨터 중앙처리장치의 내장형 프로그램을 처음 고안하였다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이는 오늘날까지 거의 모든 컴퓨터 설계의 기본이 되고 있다고 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endParaRPr kumimoji="1" lang="ko-Kore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</TotalTime>
  <Words>163</Words>
  <Application>Microsoft Office PowerPoint</Application>
  <PresentationFormat>A4 용지(210x297mm)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Dotum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19</cp:revision>
  <dcterms:created xsi:type="dcterms:W3CDTF">2020-12-27T02:05:04Z</dcterms:created>
  <dcterms:modified xsi:type="dcterms:W3CDTF">2021-03-29T13:14:20Z</dcterms:modified>
</cp:coreProperties>
</file>