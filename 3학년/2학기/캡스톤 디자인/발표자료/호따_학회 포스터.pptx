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67" r:id="rId2"/>
  </p:sldIdLst>
  <p:sldSz cx="21743988" cy="32543750"/>
  <p:notesSz cx="6735763" cy="9866313"/>
  <p:defaultTextStyle>
    <a:defPPr>
      <a:defRPr lang="ko-KR"/>
    </a:defPPr>
    <a:lvl1pPr marL="0" algn="l" defTabSz="3102006" rtl="0" eaLnBrk="1" latinLnBrk="1" hangingPunct="1">
      <a:defRPr sz="6094" kern="1200">
        <a:solidFill>
          <a:schemeClr val="tx1"/>
        </a:solidFill>
        <a:latin typeface="+mn-lt"/>
        <a:ea typeface="+mn-ea"/>
        <a:cs typeface="+mn-cs"/>
      </a:defRPr>
    </a:lvl1pPr>
    <a:lvl2pPr marL="1551003" algn="l" defTabSz="3102006" rtl="0" eaLnBrk="1" latinLnBrk="1" hangingPunct="1">
      <a:defRPr sz="6094" kern="1200">
        <a:solidFill>
          <a:schemeClr val="tx1"/>
        </a:solidFill>
        <a:latin typeface="+mn-lt"/>
        <a:ea typeface="+mn-ea"/>
        <a:cs typeface="+mn-cs"/>
      </a:defRPr>
    </a:lvl2pPr>
    <a:lvl3pPr marL="3102006" algn="l" defTabSz="3102006" rtl="0" eaLnBrk="1" latinLnBrk="1" hangingPunct="1">
      <a:defRPr sz="6094" kern="1200">
        <a:solidFill>
          <a:schemeClr val="tx1"/>
        </a:solidFill>
        <a:latin typeface="+mn-lt"/>
        <a:ea typeface="+mn-ea"/>
        <a:cs typeface="+mn-cs"/>
      </a:defRPr>
    </a:lvl3pPr>
    <a:lvl4pPr marL="4653009" algn="l" defTabSz="3102006" rtl="0" eaLnBrk="1" latinLnBrk="1" hangingPunct="1">
      <a:defRPr sz="6094" kern="1200">
        <a:solidFill>
          <a:schemeClr val="tx1"/>
        </a:solidFill>
        <a:latin typeface="+mn-lt"/>
        <a:ea typeface="+mn-ea"/>
        <a:cs typeface="+mn-cs"/>
      </a:defRPr>
    </a:lvl4pPr>
    <a:lvl5pPr marL="6204013" algn="l" defTabSz="3102006" rtl="0" eaLnBrk="1" latinLnBrk="1" hangingPunct="1">
      <a:defRPr sz="6094" kern="1200">
        <a:solidFill>
          <a:schemeClr val="tx1"/>
        </a:solidFill>
        <a:latin typeface="+mn-lt"/>
        <a:ea typeface="+mn-ea"/>
        <a:cs typeface="+mn-cs"/>
      </a:defRPr>
    </a:lvl5pPr>
    <a:lvl6pPr marL="7755015" algn="l" defTabSz="3102006" rtl="0" eaLnBrk="1" latinLnBrk="1" hangingPunct="1">
      <a:defRPr sz="6094" kern="1200">
        <a:solidFill>
          <a:schemeClr val="tx1"/>
        </a:solidFill>
        <a:latin typeface="+mn-lt"/>
        <a:ea typeface="+mn-ea"/>
        <a:cs typeface="+mn-cs"/>
      </a:defRPr>
    </a:lvl6pPr>
    <a:lvl7pPr marL="9306018" algn="l" defTabSz="3102006" rtl="0" eaLnBrk="1" latinLnBrk="1" hangingPunct="1">
      <a:defRPr sz="6094" kern="1200">
        <a:solidFill>
          <a:schemeClr val="tx1"/>
        </a:solidFill>
        <a:latin typeface="+mn-lt"/>
        <a:ea typeface="+mn-ea"/>
        <a:cs typeface="+mn-cs"/>
      </a:defRPr>
    </a:lvl7pPr>
    <a:lvl8pPr marL="10857021" algn="l" defTabSz="3102006" rtl="0" eaLnBrk="1" latinLnBrk="1" hangingPunct="1">
      <a:defRPr sz="6094" kern="1200">
        <a:solidFill>
          <a:schemeClr val="tx1"/>
        </a:solidFill>
        <a:latin typeface="+mn-lt"/>
        <a:ea typeface="+mn-ea"/>
        <a:cs typeface="+mn-cs"/>
      </a:defRPr>
    </a:lvl8pPr>
    <a:lvl9pPr marL="12408024" algn="l" defTabSz="3102006" rtl="0" eaLnBrk="1" latinLnBrk="1" hangingPunct="1">
      <a:defRPr sz="609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 vertBarState="minimized" horzBarState="maximized">
    <p:restoredLeft sz="15622" autoAdjust="0"/>
    <p:restoredTop sz="94700" autoAdjust="0"/>
  </p:normalViewPr>
  <p:slideViewPr>
    <p:cSldViewPr snapToGrid="0">
      <p:cViewPr>
        <p:scale>
          <a:sx n="60" d="100"/>
          <a:sy n="60" d="100"/>
        </p:scale>
        <p:origin x="1080" y="138"/>
      </p:cViewPr>
      <p:guideLst>
        <p:guide orient="horz" pos="10248"/>
        <p:guide pos="6847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presProps" Target="presProps.xml"  /><Relationship Id="rId4" Type="http://schemas.openxmlformats.org/officeDocument/2006/relationships/viewProps" Target="viewProps.xml"  /><Relationship Id="rId5" Type="http://schemas.openxmlformats.org/officeDocument/2006/relationships/theme" Target="theme/theme1.xml"  /><Relationship Id="rId6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630799" y="10109658"/>
            <a:ext cx="18482390" cy="697581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261598" y="18441458"/>
            <a:ext cx="15220792" cy="831673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476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9523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4284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9046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380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856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33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18092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D3D6-BBD9-4DBB-AE0B-4A030CE11E53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F557E-C15D-4C8C-8A5D-CA3384004A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056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한쪽 모서리 11">
            <a:extLst>
              <a:ext uri="{FF2B5EF4-FFF2-40B4-BE49-F238E27FC236}">
                <a16:creationId xmlns:a16="http://schemas.microsoft.com/office/drawing/2014/main" id="{713A01E6-C153-3FA3-0A25-830EE87A94BD}"/>
              </a:ext>
            </a:extLst>
          </p:cNvPr>
          <p:cNvSpPr/>
          <p:nvPr userDrawn="1"/>
        </p:nvSpPr>
        <p:spPr>
          <a:xfrm rot="10800000">
            <a:off x="0" y="-1"/>
            <a:ext cx="21743988" cy="4195463"/>
          </a:xfrm>
          <a:prstGeom prst="round1Rect">
            <a:avLst>
              <a:gd name="adj" fmla="val 50000"/>
            </a:avLst>
          </a:prstGeom>
          <a:solidFill>
            <a:srgbClr val="0B3D91"/>
          </a:solidFill>
          <a:ln w="3810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j-lt"/>
            </a:endParaRPr>
          </a:p>
        </p:txBody>
      </p:sp>
      <p:pic>
        <p:nvPicPr>
          <p:cNvPr id="24" name="그림 23" descr="텍스트, 로고, 폰트, 등록 상표이(가) 표시된 사진&#10;&#10;자동 생성된 설명">
            <a:extLst>
              <a:ext uri="{FF2B5EF4-FFF2-40B4-BE49-F238E27FC236}">
                <a16:creationId xmlns:a16="http://schemas.microsoft.com/office/drawing/2014/main" id="{0BF44029-BA7F-E33C-2227-F26748BCA1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67" y="241688"/>
            <a:ext cx="3446112" cy="355054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D3D6-BBD9-4DBB-AE0B-4A030CE11E53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F557E-C15D-4C8C-8A5D-CA3384004A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973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17625" y="20912376"/>
            <a:ext cx="18482390" cy="6463550"/>
          </a:xfrm>
        </p:spPr>
        <p:txBody>
          <a:bodyPr anchor="t"/>
          <a:lstStyle>
            <a:lvl1pPr algn="l">
              <a:defRPr sz="129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717625" y="13793432"/>
            <a:ext cx="18482390" cy="7118943"/>
          </a:xfrm>
        </p:spPr>
        <p:txBody>
          <a:bodyPr anchor="b"/>
          <a:lstStyle>
            <a:lvl1pPr marL="0" indent="0">
              <a:buNone/>
              <a:defRPr sz="6500">
                <a:solidFill>
                  <a:schemeClr val="tx1">
                    <a:tint val="75000"/>
                  </a:schemeClr>
                </a:solidFill>
              </a:defRPr>
            </a:lvl1pPr>
            <a:lvl2pPr marL="1476162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2pPr>
            <a:lvl3pPr marL="2952323" indent="0">
              <a:buNone/>
              <a:defRPr sz="5200">
                <a:solidFill>
                  <a:schemeClr val="tx1">
                    <a:tint val="75000"/>
                  </a:schemeClr>
                </a:solidFill>
              </a:defRPr>
            </a:lvl3pPr>
            <a:lvl4pPr marL="4428485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4pPr>
            <a:lvl5pPr marL="5904647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5pPr>
            <a:lvl6pPr marL="7380808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6pPr>
            <a:lvl7pPr marL="8856970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7pPr>
            <a:lvl8pPr marL="10333131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8pPr>
            <a:lvl9pPr marL="11809293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D3D6-BBD9-4DBB-AE0B-4A030CE11E53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F557E-C15D-4C8C-8A5D-CA3384004A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310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44350" y="33530611"/>
            <a:ext cx="22702837" cy="94828872"/>
          </a:xfrm>
        </p:spPr>
        <p:txBody>
          <a:bodyPr/>
          <a:lstStyle>
            <a:lvl1pPr>
              <a:defRPr sz="9000"/>
            </a:lvl1pPr>
            <a:lvl2pPr>
              <a:defRPr sz="7700"/>
            </a:lvl2pPr>
            <a:lvl3pPr>
              <a:defRPr sz="6500"/>
            </a:lvl3pPr>
            <a:lvl4pPr>
              <a:defRPr sz="5800"/>
            </a:lvl4pPr>
            <a:lvl5pPr>
              <a:defRPr sz="5800"/>
            </a:lvl5pPr>
            <a:lvl6pPr>
              <a:defRPr sz="5800"/>
            </a:lvl6pPr>
            <a:lvl7pPr>
              <a:defRPr sz="5800"/>
            </a:lvl7pPr>
            <a:lvl8pPr>
              <a:defRPr sz="5800"/>
            </a:lvl8pPr>
            <a:lvl9pPr>
              <a:defRPr sz="5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5609587" y="33530611"/>
            <a:ext cx="22702837" cy="94828872"/>
          </a:xfrm>
        </p:spPr>
        <p:txBody>
          <a:bodyPr/>
          <a:lstStyle>
            <a:lvl1pPr>
              <a:defRPr sz="9000"/>
            </a:lvl1pPr>
            <a:lvl2pPr>
              <a:defRPr sz="7700"/>
            </a:lvl2pPr>
            <a:lvl3pPr>
              <a:defRPr sz="6500"/>
            </a:lvl3pPr>
            <a:lvl4pPr>
              <a:defRPr sz="5800"/>
            </a:lvl4pPr>
            <a:lvl5pPr>
              <a:defRPr sz="5800"/>
            </a:lvl5pPr>
            <a:lvl6pPr>
              <a:defRPr sz="5800"/>
            </a:lvl6pPr>
            <a:lvl7pPr>
              <a:defRPr sz="5800"/>
            </a:lvl7pPr>
            <a:lvl8pPr>
              <a:defRPr sz="5800"/>
            </a:lvl8pPr>
            <a:lvl9pPr>
              <a:defRPr sz="5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D3D6-BBD9-4DBB-AE0B-4A030CE11E53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F557E-C15D-4C8C-8A5D-CA3384004A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971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87200" y="1303259"/>
            <a:ext cx="19569589" cy="5423959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87200" y="7284680"/>
            <a:ext cx="9607371" cy="3035908"/>
          </a:xfrm>
        </p:spPr>
        <p:txBody>
          <a:bodyPr anchor="b"/>
          <a:lstStyle>
            <a:lvl1pPr marL="0" indent="0">
              <a:buNone/>
              <a:defRPr sz="7700" b="1"/>
            </a:lvl1pPr>
            <a:lvl2pPr marL="1476162" indent="0">
              <a:buNone/>
              <a:defRPr sz="6500" b="1"/>
            </a:lvl2pPr>
            <a:lvl3pPr marL="2952323" indent="0">
              <a:buNone/>
              <a:defRPr sz="5800" b="1"/>
            </a:lvl3pPr>
            <a:lvl4pPr marL="4428485" indent="0">
              <a:buNone/>
              <a:defRPr sz="5200" b="1"/>
            </a:lvl4pPr>
            <a:lvl5pPr marL="5904647" indent="0">
              <a:buNone/>
              <a:defRPr sz="5200" b="1"/>
            </a:lvl5pPr>
            <a:lvl6pPr marL="7380808" indent="0">
              <a:buNone/>
              <a:defRPr sz="5200" b="1"/>
            </a:lvl6pPr>
            <a:lvl7pPr marL="8856970" indent="0">
              <a:buNone/>
              <a:defRPr sz="5200" b="1"/>
            </a:lvl7pPr>
            <a:lvl8pPr marL="10333131" indent="0">
              <a:buNone/>
              <a:defRPr sz="5200" b="1"/>
            </a:lvl8pPr>
            <a:lvl9pPr marL="11809293" indent="0">
              <a:buNone/>
              <a:defRPr sz="52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087200" y="10320587"/>
            <a:ext cx="9607371" cy="18750325"/>
          </a:xfrm>
        </p:spPr>
        <p:txBody>
          <a:bodyPr/>
          <a:lstStyle>
            <a:lvl1pPr>
              <a:defRPr sz="7700"/>
            </a:lvl1pPr>
            <a:lvl2pPr>
              <a:defRPr sz="6500"/>
            </a:lvl2pPr>
            <a:lvl3pPr>
              <a:defRPr sz="5800"/>
            </a:lvl3pPr>
            <a:lvl4pPr>
              <a:defRPr sz="5200"/>
            </a:lvl4pPr>
            <a:lvl5pPr>
              <a:defRPr sz="5200"/>
            </a:lvl5pPr>
            <a:lvl6pPr>
              <a:defRPr sz="5200"/>
            </a:lvl6pPr>
            <a:lvl7pPr>
              <a:defRPr sz="5200"/>
            </a:lvl7pPr>
            <a:lvl8pPr>
              <a:defRPr sz="5200"/>
            </a:lvl8pPr>
            <a:lvl9pPr>
              <a:defRPr sz="52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11045645" y="7284680"/>
            <a:ext cx="9611145" cy="3035908"/>
          </a:xfrm>
        </p:spPr>
        <p:txBody>
          <a:bodyPr anchor="b"/>
          <a:lstStyle>
            <a:lvl1pPr marL="0" indent="0">
              <a:buNone/>
              <a:defRPr sz="7700" b="1"/>
            </a:lvl1pPr>
            <a:lvl2pPr marL="1476162" indent="0">
              <a:buNone/>
              <a:defRPr sz="6500" b="1"/>
            </a:lvl2pPr>
            <a:lvl3pPr marL="2952323" indent="0">
              <a:buNone/>
              <a:defRPr sz="5800" b="1"/>
            </a:lvl3pPr>
            <a:lvl4pPr marL="4428485" indent="0">
              <a:buNone/>
              <a:defRPr sz="5200" b="1"/>
            </a:lvl4pPr>
            <a:lvl5pPr marL="5904647" indent="0">
              <a:buNone/>
              <a:defRPr sz="5200" b="1"/>
            </a:lvl5pPr>
            <a:lvl6pPr marL="7380808" indent="0">
              <a:buNone/>
              <a:defRPr sz="5200" b="1"/>
            </a:lvl6pPr>
            <a:lvl7pPr marL="8856970" indent="0">
              <a:buNone/>
              <a:defRPr sz="5200" b="1"/>
            </a:lvl7pPr>
            <a:lvl8pPr marL="10333131" indent="0">
              <a:buNone/>
              <a:defRPr sz="5200" b="1"/>
            </a:lvl8pPr>
            <a:lvl9pPr marL="11809293" indent="0">
              <a:buNone/>
              <a:defRPr sz="52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11045645" y="10320587"/>
            <a:ext cx="9611145" cy="18750325"/>
          </a:xfrm>
        </p:spPr>
        <p:txBody>
          <a:bodyPr/>
          <a:lstStyle>
            <a:lvl1pPr>
              <a:defRPr sz="7700"/>
            </a:lvl1pPr>
            <a:lvl2pPr>
              <a:defRPr sz="6500"/>
            </a:lvl2pPr>
            <a:lvl3pPr>
              <a:defRPr sz="5800"/>
            </a:lvl3pPr>
            <a:lvl4pPr>
              <a:defRPr sz="5200"/>
            </a:lvl4pPr>
            <a:lvl5pPr>
              <a:defRPr sz="5200"/>
            </a:lvl5pPr>
            <a:lvl6pPr>
              <a:defRPr sz="5200"/>
            </a:lvl6pPr>
            <a:lvl7pPr>
              <a:defRPr sz="5200"/>
            </a:lvl7pPr>
            <a:lvl8pPr>
              <a:defRPr sz="5200"/>
            </a:lvl8pPr>
            <a:lvl9pPr>
              <a:defRPr sz="52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D3D6-BBD9-4DBB-AE0B-4A030CE11E53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F557E-C15D-4C8C-8A5D-CA3384004A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022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D3D6-BBD9-4DBB-AE0B-4A030CE11E53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F557E-C15D-4C8C-8A5D-CA3384004A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167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D3D6-BBD9-4DBB-AE0B-4A030CE11E53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F557E-C15D-4C8C-8A5D-CA3384004A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252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87201" y="1295723"/>
            <a:ext cx="7153622" cy="5514358"/>
          </a:xfrm>
        </p:spPr>
        <p:txBody>
          <a:bodyPr anchor="b"/>
          <a:lstStyle>
            <a:lvl1pPr algn="l">
              <a:defRPr sz="65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501296" y="1295726"/>
            <a:ext cx="12155493" cy="27775189"/>
          </a:xfrm>
        </p:spPr>
        <p:txBody>
          <a:bodyPr/>
          <a:lstStyle>
            <a:lvl1pPr>
              <a:defRPr sz="10300"/>
            </a:lvl1pPr>
            <a:lvl2pPr>
              <a:defRPr sz="9000"/>
            </a:lvl2pPr>
            <a:lvl3pPr>
              <a:defRPr sz="7700"/>
            </a:lvl3pPr>
            <a:lvl4pPr>
              <a:defRPr sz="6500"/>
            </a:lvl4pPr>
            <a:lvl5pPr>
              <a:defRPr sz="6500"/>
            </a:lvl5pPr>
            <a:lvl6pPr>
              <a:defRPr sz="6500"/>
            </a:lvl6pPr>
            <a:lvl7pPr>
              <a:defRPr sz="6500"/>
            </a:lvl7pPr>
            <a:lvl8pPr>
              <a:defRPr sz="6500"/>
            </a:lvl8pPr>
            <a:lvl9pPr>
              <a:defRPr sz="65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087201" y="6810083"/>
            <a:ext cx="7153622" cy="22260831"/>
          </a:xfrm>
        </p:spPr>
        <p:txBody>
          <a:bodyPr/>
          <a:lstStyle>
            <a:lvl1pPr marL="0" indent="0">
              <a:buNone/>
              <a:defRPr sz="4500"/>
            </a:lvl1pPr>
            <a:lvl2pPr marL="1476162" indent="0">
              <a:buNone/>
              <a:defRPr sz="3900"/>
            </a:lvl2pPr>
            <a:lvl3pPr marL="2952323" indent="0">
              <a:buNone/>
              <a:defRPr sz="3200"/>
            </a:lvl3pPr>
            <a:lvl4pPr marL="4428485" indent="0">
              <a:buNone/>
              <a:defRPr sz="2900"/>
            </a:lvl4pPr>
            <a:lvl5pPr marL="5904647" indent="0">
              <a:buNone/>
              <a:defRPr sz="2900"/>
            </a:lvl5pPr>
            <a:lvl6pPr marL="7380808" indent="0">
              <a:buNone/>
              <a:defRPr sz="2900"/>
            </a:lvl6pPr>
            <a:lvl7pPr marL="8856970" indent="0">
              <a:buNone/>
              <a:defRPr sz="2900"/>
            </a:lvl7pPr>
            <a:lvl8pPr marL="10333131" indent="0">
              <a:buNone/>
              <a:defRPr sz="2900"/>
            </a:lvl8pPr>
            <a:lvl9pPr marL="11809293" indent="0">
              <a:buNone/>
              <a:defRPr sz="2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D3D6-BBD9-4DBB-AE0B-4A030CE11E53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F557E-C15D-4C8C-8A5D-CA3384004A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660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261973" y="22780624"/>
            <a:ext cx="13046393" cy="2689382"/>
          </a:xfrm>
        </p:spPr>
        <p:txBody>
          <a:bodyPr anchor="b"/>
          <a:lstStyle>
            <a:lvl1pPr algn="l">
              <a:defRPr sz="65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61973" y="2907845"/>
            <a:ext cx="13046393" cy="19526250"/>
          </a:xfrm>
        </p:spPr>
        <p:txBody>
          <a:bodyPr/>
          <a:lstStyle>
            <a:lvl1pPr marL="0" indent="0">
              <a:buNone/>
              <a:defRPr sz="10300"/>
            </a:lvl1pPr>
            <a:lvl2pPr marL="1476162" indent="0">
              <a:buNone/>
              <a:defRPr sz="9000"/>
            </a:lvl2pPr>
            <a:lvl3pPr marL="2952323" indent="0">
              <a:buNone/>
              <a:defRPr sz="7700"/>
            </a:lvl3pPr>
            <a:lvl4pPr marL="4428485" indent="0">
              <a:buNone/>
              <a:defRPr sz="6500"/>
            </a:lvl4pPr>
            <a:lvl5pPr marL="5904647" indent="0">
              <a:buNone/>
              <a:defRPr sz="6500"/>
            </a:lvl5pPr>
            <a:lvl6pPr marL="7380808" indent="0">
              <a:buNone/>
              <a:defRPr sz="6500"/>
            </a:lvl6pPr>
            <a:lvl7pPr marL="8856970" indent="0">
              <a:buNone/>
              <a:defRPr sz="6500"/>
            </a:lvl7pPr>
            <a:lvl8pPr marL="10333131" indent="0">
              <a:buNone/>
              <a:defRPr sz="6500"/>
            </a:lvl8pPr>
            <a:lvl9pPr marL="11809293" indent="0">
              <a:buNone/>
              <a:defRPr sz="65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261973" y="25470007"/>
            <a:ext cx="13046393" cy="3819368"/>
          </a:xfrm>
        </p:spPr>
        <p:txBody>
          <a:bodyPr/>
          <a:lstStyle>
            <a:lvl1pPr marL="0" indent="0">
              <a:buNone/>
              <a:defRPr sz="4500"/>
            </a:lvl1pPr>
            <a:lvl2pPr marL="1476162" indent="0">
              <a:buNone/>
              <a:defRPr sz="3900"/>
            </a:lvl2pPr>
            <a:lvl3pPr marL="2952323" indent="0">
              <a:buNone/>
              <a:defRPr sz="3200"/>
            </a:lvl3pPr>
            <a:lvl4pPr marL="4428485" indent="0">
              <a:buNone/>
              <a:defRPr sz="2900"/>
            </a:lvl4pPr>
            <a:lvl5pPr marL="5904647" indent="0">
              <a:buNone/>
              <a:defRPr sz="2900"/>
            </a:lvl5pPr>
            <a:lvl6pPr marL="7380808" indent="0">
              <a:buNone/>
              <a:defRPr sz="2900"/>
            </a:lvl6pPr>
            <a:lvl7pPr marL="8856970" indent="0">
              <a:buNone/>
              <a:defRPr sz="2900"/>
            </a:lvl7pPr>
            <a:lvl8pPr marL="10333131" indent="0">
              <a:buNone/>
              <a:defRPr sz="2900"/>
            </a:lvl8pPr>
            <a:lvl9pPr marL="11809293" indent="0">
              <a:buNone/>
              <a:defRPr sz="2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D3D6-BBD9-4DBB-AE0B-4A030CE11E53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F557E-C15D-4C8C-8A5D-CA3384004A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096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D3D6-BBD9-4DBB-AE0B-4A030CE11E53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F557E-C15D-4C8C-8A5D-CA3384004A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412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6870405" y="5755425"/>
            <a:ext cx="11442018" cy="12260406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44350" y="5755425"/>
            <a:ext cx="33963657" cy="12260406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D3D6-BBD9-4DBB-AE0B-4A030CE11E53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F557E-C15D-4C8C-8A5D-CA3384004A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143765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087200" y="1303259"/>
            <a:ext cx="19569589" cy="5423959"/>
          </a:xfrm>
          <a:prstGeom prst="rect">
            <a:avLst/>
          </a:prstGeom>
        </p:spPr>
        <p:txBody>
          <a:bodyPr vert="horz" lIns="295232" tIns="147616" rIns="295232" bIns="147616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87200" y="7593544"/>
            <a:ext cx="19569589" cy="21477371"/>
          </a:xfrm>
          <a:prstGeom prst="rect">
            <a:avLst/>
          </a:prstGeom>
        </p:spPr>
        <p:txBody>
          <a:bodyPr vert="horz" lIns="295232" tIns="147616" rIns="295232" bIns="147616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087200" y="30163237"/>
            <a:ext cx="5073597" cy="1732653"/>
          </a:xfrm>
          <a:prstGeom prst="rect">
            <a:avLst/>
          </a:prstGeom>
        </p:spPr>
        <p:txBody>
          <a:bodyPr vert="horz" lIns="295232" tIns="147616" rIns="295232" bIns="147616" rtlCol="0" anchor="ctr"/>
          <a:lstStyle>
            <a:lvl1pPr algn="l">
              <a:defRPr sz="3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8D3D6-BBD9-4DBB-AE0B-4A030CE11E53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7429197" y="30163237"/>
            <a:ext cx="6885597" cy="1732653"/>
          </a:xfrm>
          <a:prstGeom prst="rect">
            <a:avLst/>
          </a:prstGeom>
        </p:spPr>
        <p:txBody>
          <a:bodyPr vert="horz" lIns="295232" tIns="147616" rIns="295232" bIns="147616" rtlCol="0" anchor="ctr"/>
          <a:lstStyle>
            <a:lvl1pPr algn="ctr">
              <a:defRPr sz="3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5583192" y="30163237"/>
            <a:ext cx="5073597" cy="1732653"/>
          </a:xfrm>
          <a:prstGeom prst="rect">
            <a:avLst/>
          </a:prstGeom>
        </p:spPr>
        <p:txBody>
          <a:bodyPr vert="horz" lIns="295232" tIns="147616" rIns="295232" bIns="147616" rtlCol="0" anchor="ctr"/>
          <a:lstStyle>
            <a:lvl1pPr algn="r">
              <a:defRPr sz="3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F557E-C15D-4C8C-8A5D-CA3384004A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240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952323" rtl="0" eaLnBrk="1" latinLnBrk="1" hangingPunct="1">
        <a:spcBef>
          <a:spcPct val="0"/>
        </a:spcBef>
        <a:buNone/>
        <a:defRPr sz="1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07121" indent="-1107121" algn="l" defTabSz="2952323" rtl="0" eaLnBrk="1" latinLnBrk="1" hangingPunct="1">
        <a:spcBef>
          <a:spcPct val="20000"/>
        </a:spcBef>
        <a:buFont typeface="Arial" panose="020B0604020202020204" pitchFamily="34" charset="0"/>
        <a:buChar char="•"/>
        <a:defRPr sz="10300" kern="1200">
          <a:solidFill>
            <a:schemeClr val="tx1"/>
          </a:solidFill>
          <a:latin typeface="+mn-lt"/>
          <a:ea typeface="+mn-ea"/>
          <a:cs typeface="+mn-cs"/>
        </a:defRPr>
      </a:lvl1pPr>
      <a:lvl2pPr marL="2398763" indent="-922601" algn="l" defTabSz="2952323" rtl="0" eaLnBrk="1" latinLnBrk="1" hangingPunct="1">
        <a:spcBef>
          <a:spcPct val="20000"/>
        </a:spcBef>
        <a:buFont typeface="Arial" panose="020B0604020202020204" pitchFamily="34" charset="0"/>
        <a:buChar char="–"/>
        <a:defRPr sz="9000" kern="1200">
          <a:solidFill>
            <a:schemeClr val="tx1"/>
          </a:solidFill>
          <a:latin typeface="+mn-lt"/>
          <a:ea typeface="+mn-ea"/>
          <a:cs typeface="+mn-cs"/>
        </a:defRPr>
      </a:lvl2pPr>
      <a:lvl3pPr marL="3690404" indent="-738081" algn="l" defTabSz="2952323" rtl="0" eaLnBrk="1" latinLnBrk="1" hangingPunct="1">
        <a:spcBef>
          <a:spcPct val="20000"/>
        </a:spcBef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3pPr>
      <a:lvl4pPr marL="5166566" indent="-738081" algn="l" defTabSz="2952323" rtl="0" eaLnBrk="1" latinLnBrk="1" hangingPunct="1">
        <a:spcBef>
          <a:spcPct val="20000"/>
        </a:spcBef>
        <a:buFont typeface="Arial" panose="020B0604020202020204" pitchFamily="34" charset="0"/>
        <a:buChar char="–"/>
        <a:defRPr sz="6500" kern="1200">
          <a:solidFill>
            <a:schemeClr val="tx1"/>
          </a:solidFill>
          <a:latin typeface="+mn-lt"/>
          <a:ea typeface="+mn-ea"/>
          <a:cs typeface="+mn-cs"/>
        </a:defRPr>
      </a:lvl4pPr>
      <a:lvl5pPr marL="6642727" indent="-738081" algn="l" defTabSz="2952323" rtl="0" eaLnBrk="1" latinLnBrk="1" hangingPunct="1">
        <a:spcBef>
          <a:spcPct val="20000"/>
        </a:spcBef>
        <a:buFont typeface="Arial" panose="020B0604020202020204" pitchFamily="34" charset="0"/>
        <a:buChar char="»"/>
        <a:defRPr sz="6500" kern="1200">
          <a:solidFill>
            <a:schemeClr val="tx1"/>
          </a:solidFill>
          <a:latin typeface="+mn-lt"/>
          <a:ea typeface="+mn-ea"/>
          <a:cs typeface="+mn-cs"/>
        </a:defRPr>
      </a:lvl5pPr>
      <a:lvl6pPr marL="8118889" indent="-738081" algn="l" defTabSz="2952323" rtl="0" eaLnBrk="1" latinLnBrk="1" hangingPunct="1">
        <a:spcBef>
          <a:spcPct val="20000"/>
        </a:spcBef>
        <a:buFont typeface="Arial" panose="020B0604020202020204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6pPr>
      <a:lvl7pPr marL="9595051" indent="-738081" algn="l" defTabSz="2952323" rtl="0" eaLnBrk="1" latinLnBrk="1" hangingPunct="1">
        <a:spcBef>
          <a:spcPct val="20000"/>
        </a:spcBef>
        <a:buFont typeface="Arial" panose="020B0604020202020204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7pPr>
      <a:lvl8pPr marL="11071212" indent="-738081" algn="l" defTabSz="2952323" rtl="0" eaLnBrk="1" latinLnBrk="1" hangingPunct="1">
        <a:spcBef>
          <a:spcPct val="20000"/>
        </a:spcBef>
        <a:buFont typeface="Arial" panose="020B0604020202020204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8pPr>
      <a:lvl9pPr marL="12547374" indent="-738081" algn="l" defTabSz="2952323" rtl="0" eaLnBrk="1" latinLnBrk="1" hangingPunct="1">
        <a:spcBef>
          <a:spcPct val="20000"/>
        </a:spcBef>
        <a:buFont typeface="Arial" panose="020B0604020202020204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2952323" rtl="0" eaLnBrk="1" latinLnBrk="1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1pPr>
      <a:lvl2pPr marL="1476162" algn="l" defTabSz="2952323" rtl="0" eaLnBrk="1" latinLnBrk="1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2pPr>
      <a:lvl3pPr marL="2952323" algn="l" defTabSz="2952323" rtl="0" eaLnBrk="1" latinLnBrk="1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3pPr>
      <a:lvl4pPr marL="4428485" algn="l" defTabSz="2952323" rtl="0" eaLnBrk="1" latinLnBrk="1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4pPr>
      <a:lvl5pPr marL="5904647" algn="l" defTabSz="2952323" rtl="0" eaLnBrk="1" latinLnBrk="1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5pPr>
      <a:lvl6pPr marL="7380808" algn="l" defTabSz="2952323" rtl="0" eaLnBrk="1" latinLnBrk="1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6pPr>
      <a:lvl7pPr marL="8856970" algn="l" defTabSz="2952323" rtl="0" eaLnBrk="1" latinLnBrk="1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7pPr>
      <a:lvl8pPr marL="10333131" algn="l" defTabSz="2952323" rtl="0" eaLnBrk="1" latinLnBrk="1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8pPr>
      <a:lvl9pPr marL="11809293" algn="l" defTabSz="2952323" rtl="0" eaLnBrk="1" latinLnBrk="1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851112" y="594088"/>
            <a:ext cx="3894011" cy="2073640"/>
          </a:xfrm>
          <a:prstGeom prst="rect">
            <a:avLst/>
          </a:prstGeom>
        </p:spPr>
      </p:pic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B779AAD-7D25-711D-6F26-477DCB4F4A7A}"/>
              </a:ext>
            </a:extLst>
          </p:cNvPr>
          <p:cNvCxnSpPr>
            <a:cxnSpLocks/>
          </p:cNvCxnSpPr>
          <p:nvPr/>
        </p:nvCxnSpPr>
        <p:spPr>
          <a:xfrm flipV="1">
            <a:off x="0" y="18345150"/>
            <a:ext cx="21743988" cy="24457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E2E7B4F-660F-027A-2FB8-916831A1226E}"/>
              </a:ext>
            </a:extLst>
          </p:cNvPr>
          <p:cNvSpPr/>
          <p:nvPr/>
        </p:nvSpPr>
        <p:spPr>
          <a:xfrm>
            <a:off x="998866" y="5791552"/>
            <a:ext cx="9052859" cy="174250"/>
          </a:xfrm>
          <a:prstGeom prst="roundRect">
            <a:avLst>
              <a:gd name="adj" fmla="val 30556"/>
            </a:avLst>
          </a:prstGeom>
          <a:solidFill>
            <a:srgbClr val="0B3D91"/>
          </a:solidFill>
          <a:ln w="3810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j-lt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A08607C-6155-125D-B826-CF65E72BF851}"/>
              </a:ext>
            </a:extLst>
          </p:cNvPr>
          <p:cNvSpPr/>
          <p:nvPr/>
        </p:nvSpPr>
        <p:spPr>
          <a:xfrm>
            <a:off x="11692266" y="5791552"/>
            <a:ext cx="9052859" cy="174250"/>
          </a:xfrm>
          <a:prstGeom prst="roundRect">
            <a:avLst>
              <a:gd name="adj" fmla="val 30556"/>
            </a:avLst>
          </a:prstGeom>
          <a:solidFill>
            <a:srgbClr val="0B3D91"/>
          </a:solidFill>
          <a:ln w="3810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6E6F20-98FC-66AF-C4A2-D260EA46F1B3}"/>
              </a:ext>
            </a:extLst>
          </p:cNvPr>
          <p:cNvSpPr txBox="1"/>
          <p:nvPr/>
        </p:nvSpPr>
        <p:spPr>
          <a:xfrm>
            <a:off x="1079941" y="5083666"/>
            <a:ext cx="36247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latin typeface="+mn-ea"/>
                <a:cs typeface="LINE Seed Sans KR Bold" panose="020B0603020203020204" pitchFamily="50" charset="-127"/>
              </a:rPr>
              <a:t>배경 및 필요성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8865" y="6226034"/>
            <a:ext cx="9052859" cy="1057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0" indent="-571500">
              <a:buFontTx/>
              <a:buChar char="-"/>
              <a:defRPr/>
            </a:pPr>
            <a:r>
              <a:rPr lang="ko-KR" altLang="en-US" sz="3500" b="1">
                <a:latin typeface="+mn-ea"/>
                <a:cs typeface="LINE Seed Sans KR Regular"/>
              </a:rPr>
              <a:t>공공 서비스 정보 접근성 문제</a:t>
            </a:r>
            <a:endParaRPr lang="ko-KR" altLang="en-US" sz="3500" b="1">
              <a:latin typeface="+mn-ea"/>
              <a:cs typeface="LINE Seed Sans KR Regular"/>
            </a:endParaRPr>
          </a:p>
          <a:p>
            <a:pPr marL="0" lvl="0" indent="0">
              <a:buFontTx/>
              <a:buNone/>
              <a:defRPr/>
            </a:pPr>
            <a:endParaRPr lang="ko-KR" altLang="en-US" sz="1400" b="1">
              <a:latin typeface="+mn-ea"/>
              <a:cs typeface="LINE Seed Sans KR Regular"/>
            </a:endParaRPr>
          </a:p>
          <a:p>
            <a:pPr marL="499800" lvl="0" indent="-499800">
              <a:buFont typeface="Arial"/>
              <a:buChar char="•"/>
              <a:defRPr/>
            </a:pPr>
            <a:r>
              <a:rPr lang="ko-KR" altLang="en-US" sz="3500" b="1">
                <a:latin typeface="+mn-ea"/>
                <a:cs typeface="LINE Seed Sans KR Regular"/>
              </a:rPr>
              <a:t>공공 데이터 분산</a:t>
            </a:r>
            <a:r>
              <a:rPr lang="ko-KR" altLang="en-US" sz="3500">
                <a:latin typeface="+mn-ea"/>
                <a:cs typeface="LINE Seed Sans KR Regular"/>
              </a:rPr>
              <a:t>: 부산시 정책·통계 자료가 여러 웹사이트와 시스템에 분산되어 있어 사용자가 필요한 정보를 즉시 얻기 어려움.</a:t>
            </a:r>
            <a:endParaRPr lang="ko-KR" altLang="en-US" sz="3500">
              <a:latin typeface="+mn-ea"/>
              <a:cs typeface="LINE Seed Sans KR Regular"/>
            </a:endParaRPr>
          </a:p>
          <a:p>
            <a:pPr marL="199920" lvl="0" indent="-199920">
              <a:buFont typeface="Arial"/>
              <a:buChar char="•"/>
              <a:defRPr/>
            </a:pPr>
            <a:endParaRPr lang="ko-KR" altLang="en-US" sz="1400">
              <a:latin typeface="+mn-ea"/>
              <a:cs typeface="LINE Seed Sans KR Regular"/>
            </a:endParaRPr>
          </a:p>
          <a:p>
            <a:pPr marL="499800" lvl="0" indent="-499800">
              <a:buFont typeface="Arial"/>
              <a:buChar char="•"/>
              <a:defRPr/>
            </a:pPr>
            <a:r>
              <a:rPr lang="ko-KR" altLang="en-US" sz="3500" b="1">
                <a:latin typeface="+mn-ea"/>
                <a:cs typeface="LINE Seed Sans KR Regular"/>
              </a:rPr>
              <a:t>LLM 챗봇의 장점</a:t>
            </a:r>
            <a:r>
              <a:rPr lang="ko-KR" altLang="en-US" sz="3500">
                <a:latin typeface="+mn-ea"/>
                <a:cs typeface="LINE Seed Sans KR Regular"/>
              </a:rPr>
              <a:t>: 대규모 언어모델(LLM)을 기반으로 한 챗봇은 복잡한 자연어 질의를 이해하고 대화형으로 응답함으로써 기존 키워드 검색보다 직관적인 사용자 경험 제공 가능.</a:t>
            </a:r>
            <a:endParaRPr lang="ko-KR" altLang="en-US" sz="3500">
              <a:latin typeface="+mn-ea"/>
              <a:cs typeface="LINE Seed Sans KR Regular"/>
            </a:endParaRPr>
          </a:p>
          <a:p>
            <a:pPr marL="228480" lvl="0" indent="-228480">
              <a:buFont typeface="Arial"/>
              <a:buChar char="•"/>
              <a:defRPr/>
            </a:pPr>
            <a:endParaRPr lang="ko-KR" altLang="en-US" sz="1600">
              <a:latin typeface="+mn-ea"/>
              <a:cs typeface="LINE Seed Sans KR Regular"/>
            </a:endParaRPr>
          </a:p>
          <a:p>
            <a:pPr marL="499800" lvl="0" indent="-499800">
              <a:buFont typeface="Arial"/>
              <a:buChar char="•"/>
              <a:defRPr/>
            </a:pPr>
            <a:r>
              <a:rPr lang="ko-KR" altLang="en-US" sz="3500" b="1">
                <a:latin typeface="+mn-ea"/>
                <a:cs typeface="LINE Seed Sans KR Regular"/>
              </a:rPr>
              <a:t>환각(Hallucination) 리스크</a:t>
            </a:r>
            <a:r>
              <a:rPr lang="ko-KR" altLang="en-US" sz="3500">
                <a:latin typeface="+mn-ea"/>
                <a:cs typeface="LINE Seed Sans KR Regular"/>
              </a:rPr>
              <a:t>: LLM은 학습되지 않은 정보나 사실과 다른 내용을 생성할 수 있어, 공공 정보 서비스에서 잘못된 정보 제공은 행정 신뢰도에 심각한 손상을 초래할 수 있음.</a:t>
            </a:r>
            <a:endParaRPr lang="ko-KR" altLang="en-US" sz="3500">
              <a:latin typeface="+mn-ea"/>
              <a:cs typeface="LINE Seed Sans KR Regular"/>
            </a:endParaRPr>
          </a:p>
          <a:p>
            <a:pPr marL="199920" lvl="0" indent="-199920">
              <a:buFont typeface="Arial"/>
              <a:buChar char="•"/>
              <a:defRPr/>
            </a:pPr>
            <a:endParaRPr lang="ko-KR" altLang="en-US" sz="1400">
              <a:latin typeface="+mn-ea"/>
              <a:cs typeface="LINE Seed Sans KR Regular"/>
            </a:endParaRPr>
          </a:p>
          <a:p>
            <a:pPr marL="499800" lvl="0" indent="-499800">
              <a:buFont typeface="Arial"/>
              <a:buChar char="•"/>
              <a:defRPr/>
            </a:pPr>
            <a:r>
              <a:rPr lang="ko-KR" altLang="en-US" sz="3500" b="1">
                <a:latin typeface="+mn-ea"/>
                <a:cs typeface="LINE Seed Sans KR Regular"/>
              </a:rPr>
              <a:t>기술적 해결 필요성</a:t>
            </a:r>
            <a:r>
              <a:rPr lang="ko-KR" altLang="en-US" sz="3500">
                <a:latin typeface="+mn-ea"/>
                <a:cs typeface="LINE Seed Sans KR Regular"/>
              </a:rPr>
              <a:t>: LLM의 언어 생성 능력은 유지하면서도 답변의 신뢰성과 정확성을 확보할 수 있는 방법론이 필수적임.</a:t>
            </a:r>
            <a:endParaRPr lang="ko-KR" altLang="en-US" sz="3500">
              <a:latin typeface="+mn-ea"/>
              <a:cs typeface="LINE Seed Sans KR Regular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32279" y="267375"/>
            <a:ext cx="10679430" cy="2702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4800" b="1">
                <a:solidFill>
                  <a:schemeClr val="bg1"/>
                </a:solidFill>
                <a:latin typeface="+mn-ea"/>
                <a:cs typeface="LINE Seed Sans KR Bold"/>
              </a:rPr>
              <a:t>LLM과 RAG를 활용한 부산시 현안 및 </a:t>
            </a:r>
            <a:endParaRPr lang="ko-KR" altLang="en-US" sz="4800" b="1">
              <a:solidFill>
                <a:schemeClr val="bg1"/>
              </a:solidFill>
              <a:latin typeface="+mn-ea"/>
              <a:cs typeface="LINE Seed Sans KR Bold"/>
            </a:endParaRPr>
          </a:p>
          <a:p>
            <a:pPr lvl="0" algn="ctr">
              <a:defRPr/>
            </a:pPr>
            <a:r>
              <a:rPr lang="ko-KR" altLang="en-US" sz="4800" b="1">
                <a:solidFill>
                  <a:schemeClr val="bg1"/>
                </a:solidFill>
                <a:latin typeface="+mn-ea"/>
                <a:cs typeface="LINE Seed Sans KR Bold"/>
              </a:rPr>
              <a:t>정책 지원 모델 연구</a:t>
            </a:r>
            <a:endParaRPr lang="ko-KR" altLang="en-US" sz="4800" b="1">
              <a:solidFill>
                <a:schemeClr val="bg1"/>
              </a:solidFill>
              <a:latin typeface="+mn-ea"/>
              <a:cs typeface="LINE Seed Sans KR Bold"/>
            </a:endParaRPr>
          </a:p>
          <a:p>
            <a:pPr lvl="0" algn="ctr">
              <a:defRPr/>
            </a:pPr>
            <a:r>
              <a:rPr lang="ko-KR" altLang="en-US" sz="3800">
                <a:solidFill>
                  <a:schemeClr val="bg1"/>
                </a:solidFill>
                <a:latin typeface="+mn-ea"/>
                <a:cs typeface="LINE Seed Sans KR Regular"/>
              </a:rPr>
              <a:t>LLM and RAG-Based Policy Support Model </a:t>
            </a:r>
            <a:endParaRPr lang="ko-KR" altLang="en-US" sz="3800">
              <a:solidFill>
                <a:schemeClr val="bg1"/>
              </a:solidFill>
              <a:latin typeface="+mn-ea"/>
              <a:cs typeface="LINE Seed Sans KR Regular"/>
            </a:endParaRPr>
          </a:p>
          <a:p>
            <a:pPr lvl="0" algn="ctr">
              <a:defRPr/>
            </a:pPr>
            <a:r>
              <a:rPr lang="ko-KR" altLang="en-US" sz="3800">
                <a:solidFill>
                  <a:schemeClr val="bg1"/>
                </a:solidFill>
                <a:latin typeface="+mn-ea"/>
                <a:cs typeface="LINE Seed Sans KR Regular"/>
              </a:rPr>
              <a:t>for Current Issues in Busan</a:t>
            </a:r>
            <a:endParaRPr lang="ko-KR" altLang="en-US" sz="3800">
              <a:solidFill>
                <a:schemeClr val="bg1"/>
              </a:solidFill>
              <a:latin typeface="+mn-ea"/>
              <a:cs typeface="LINE Seed Sans KR Regula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04460" y="3038323"/>
            <a:ext cx="11374755" cy="6745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3900" b="1">
                <a:solidFill>
                  <a:schemeClr val="bg1"/>
                </a:solidFill>
                <a:latin typeface="+mn-ea"/>
                <a:cs typeface="LINE Seed Sans KR Bold"/>
              </a:rPr>
              <a:t>권영훈, 이호준, 장현오, 강신혁 (지도교수: 김현태)</a:t>
            </a:r>
            <a:endParaRPr lang="ko-KR" altLang="en-US" sz="3900" b="1">
              <a:solidFill>
                <a:schemeClr val="bg1"/>
              </a:solidFill>
              <a:latin typeface="+mn-ea"/>
              <a:cs typeface="LINE Seed Sans KR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FD35F2-89CF-F474-3410-A1C0AB6ED5E1}"/>
              </a:ext>
            </a:extLst>
          </p:cNvPr>
          <p:cNvSpPr txBox="1"/>
          <p:nvPr/>
        </p:nvSpPr>
        <p:spPr>
          <a:xfrm>
            <a:off x="11692266" y="5083666"/>
            <a:ext cx="48317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latin typeface="+mn-ea"/>
                <a:cs typeface="LINE Seed Sans KR Bold" panose="020B0603020203020204" pitchFamily="50" charset="-127"/>
              </a:rPr>
              <a:t>연구 방법 또는 내용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92264" y="6150365"/>
            <a:ext cx="9052860" cy="391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0" indent="-571500">
              <a:buFontTx/>
              <a:buChar char="-"/>
              <a:defRPr/>
            </a:pPr>
            <a:endParaRPr lang="en-US" altLang="ko-KR" sz="2000">
              <a:latin typeface="+mn-ea"/>
              <a:cs typeface="LINE Seed Sans KR Regular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321C03A-C1AA-D76F-3858-EE724B2B01DA}"/>
              </a:ext>
            </a:extLst>
          </p:cNvPr>
          <p:cNvSpPr/>
          <p:nvPr/>
        </p:nvSpPr>
        <p:spPr>
          <a:xfrm>
            <a:off x="998866" y="20079595"/>
            <a:ext cx="9052859" cy="174250"/>
          </a:xfrm>
          <a:prstGeom prst="roundRect">
            <a:avLst>
              <a:gd name="adj" fmla="val 30556"/>
            </a:avLst>
          </a:prstGeom>
          <a:solidFill>
            <a:srgbClr val="0B3D91"/>
          </a:solidFill>
          <a:ln w="3810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j-lt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5163C66-7728-E095-1FB6-4C7AF90C0942}"/>
              </a:ext>
            </a:extLst>
          </p:cNvPr>
          <p:cNvSpPr/>
          <p:nvPr/>
        </p:nvSpPr>
        <p:spPr>
          <a:xfrm>
            <a:off x="11692266" y="20079595"/>
            <a:ext cx="9052859" cy="174250"/>
          </a:xfrm>
          <a:prstGeom prst="roundRect">
            <a:avLst>
              <a:gd name="adj" fmla="val 30556"/>
            </a:avLst>
          </a:prstGeom>
          <a:solidFill>
            <a:srgbClr val="0B3D91"/>
          </a:solidFill>
          <a:ln w="3810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18C59E-8311-2908-5957-90AE8DAF03A5}"/>
              </a:ext>
            </a:extLst>
          </p:cNvPr>
          <p:cNvSpPr txBox="1"/>
          <p:nvPr/>
        </p:nvSpPr>
        <p:spPr>
          <a:xfrm>
            <a:off x="1079941" y="19371709"/>
            <a:ext cx="53447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latin typeface="+mn-ea"/>
                <a:cs typeface="LINE Seed Sans KR Bold" panose="020B0603020203020204" pitchFamily="50" charset="-127"/>
              </a:rPr>
              <a:t>연구 결과 및 기대효과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8865" y="20514080"/>
            <a:ext cx="9052859" cy="11183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0" indent="-571500">
              <a:buFontTx/>
              <a:buChar char="-"/>
              <a:defRPr/>
            </a:pPr>
            <a:r>
              <a:rPr lang="ko-KR" altLang="en-US" sz="3500" b="1">
                <a:latin typeface="+mn-ea"/>
                <a:cs typeface="LINE Seed Sans KR Regular"/>
              </a:rPr>
              <a:t>연구 결과</a:t>
            </a:r>
            <a:endParaRPr lang="ko-KR" altLang="en-US" sz="3500" b="1">
              <a:latin typeface="+mn-ea"/>
              <a:cs typeface="LINE Seed Sans KR Regular"/>
            </a:endParaRPr>
          </a:p>
          <a:p>
            <a:pPr marL="571500" lvl="0" indent="-571500">
              <a:buFontTx/>
              <a:buChar char="-"/>
              <a:defRPr/>
            </a:pPr>
            <a:endParaRPr lang="en-US" altLang="ko-KR" sz="3500">
              <a:latin typeface="+mn-ea"/>
              <a:cs typeface="LINE Seed Sans KR Regular"/>
            </a:endParaRPr>
          </a:p>
          <a:p>
            <a:pPr marL="0" lvl="0" indent="0">
              <a:buFontTx/>
              <a:buNone/>
              <a:defRPr/>
            </a:pPr>
            <a:endParaRPr lang="en-US" altLang="ko-KR" sz="3500">
              <a:latin typeface="+mn-ea"/>
              <a:cs typeface="LINE Seed Sans KR Regular"/>
            </a:endParaRPr>
          </a:p>
          <a:p>
            <a:pPr marL="0" lvl="0" indent="0">
              <a:buFontTx/>
              <a:buNone/>
              <a:defRPr/>
            </a:pPr>
            <a:endParaRPr lang="en-US" altLang="ko-KR" sz="3500">
              <a:latin typeface="+mn-ea"/>
              <a:cs typeface="LINE Seed Sans KR Regular"/>
            </a:endParaRPr>
          </a:p>
          <a:p>
            <a:pPr marL="0" lvl="0" indent="0">
              <a:buFontTx/>
              <a:buNone/>
              <a:defRPr/>
            </a:pPr>
            <a:endParaRPr lang="en-US" altLang="ko-KR" sz="3500">
              <a:latin typeface="+mn-ea"/>
              <a:cs typeface="LINE Seed Sans KR Regular"/>
            </a:endParaRPr>
          </a:p>
          <a:p>
            <a:pPr marL="0" lvl="0" indent="0">
              <a:buFontTx/>
              <a:buNone/>
              <a:defRPr/>
            </a:pPr>
            <a:endParaRPr lang="en-US" altLang="ko-KR" sz="3500">
              <a:latin typeface="+mn-ea"/>
              <a:cs typeface="LINE Seed Sans KR Regular"/>
            </a:endParaRPr>
          </a:p>
          <a:p>
            <a:pPr marL="0" lvl="0" indent="0">
              <a:buFontTx/>
              <a:buNone/>
              <a:defRPr/>
            </a:pPr>
            <a:endParaRPr lang="en-US" altLang="ko-KR" sz="3500">
              <a:latin typeface="+mn-ea"/>
              <a:cs typeface="LINE Seed Sans KR Regular"/>
            </a:endParaRPr>
          </a:p>
          <a:p>
            <a:pPr marL="0" lvl="0" indent="0">
              <a:buFontTx/>
              <a:buNone/>
              <a:defRPr/>
            </a:pPr>
            <a:endParaRPr lang="en-US" altLang="ko-KR" sz="3500">
              <a:latin typeface="+mn-ea"/>
              <a:cs typeface="LINE Seed Sans KR Regular"/>
            </a:endParaRPr>
          </a:p>
          <a:p>
            <a:pPr marL="0" lvl="0" indent="0" algn="ctr">
              <a:buFontTx/>
              <a:buNone/>
              <a:defRPr/>
            </a:pPr>
            <a:endParaRPr lang="ko-KR" altLang="en-US" sz="1400">
              <a:latin typeface="+mn-ea"/>
              <a:cs typeface="LINE Seed Sans KR Regular"/>
            </a:endParaRPr>
          </a:p>
          <a:p>
            <a:pPr marL="0" lvl="0" indent="0" algn="ctr">
              <a:buFontTx/>
              <a:buNone/>
              <a:defRPr/>
            </a:pPr>
            <a:endParaRPr lang="ko-KR" altLang="en-US" sz="1400">
              <a:latin typeface="+mn-ea"/>
              <a:cs typeface="LINE Seed Sans KR Regular"/>
            </a:endParaRPr>
          </a:p>
          <a:p>
            <a:pPr marL="0" lvl="0" indent="0" algn="ctr">
              <a:buFontTx/>
              <a:buNone/>
              <a:defRPr/>
            </a:pPr>
            <a:endParaRPr lang="ko-KR" altLang="en-US" sz="3500">
              <a:latin typeface="+mn-ea"/>
              <a:cs typeface="LINE Seed Sans KR Regular"/>
            </a:endParaRPr>
          </a:p>
          <a:p>
            <a:pPr marL="0" lvl="0" indent="0" algn="ctr">
              <a:buFontTx/>
              <a:buNone/>
              <a:defRPr/>
            </a:pPr>
            <a:r>
              <a:rPr lang="ko-KR" altLang="en-US" sz="3500" b="1">
                <a:latin typeface="+mn-ea"/>
                <a:cs typeface="LINE Seed Sans KR Regular"/>
              </a:rPr>
              <a:t>환각률 93.7% 절감, 정확도 91.2% 달성 </a:t>
            </a:r>
            <a:endParaRPr lang="ko-KR" altLang="en-US" sz="3500">
              <a:latin typeface="+mn-ea"/>
              <a:cs typeface="LINE Seed Sans KR Regular"/>
            </a:endParaRPr>
          </a:p>
          <a:p>
            <a:pPr marL="0" lvl="0" indent="0">
              <a:buFontTx/>
              <a:buNone/>
              <a:defRPr/>
            </a:pPr>
            <a:endParaRPr lang="en-US" altLang="ko-KR" sz="3500">
              <a:latin typeface="+mn-ea"/>
              <a:cs typeface="LINE Seed Sans KR Regular"/>
            </a:endParaRPr>
          </a:p>
          <a:p>
            <a:pPr marL="571500" lvl="0" indent="-571500">
              <a:buFontTx/>
              <a:buChar char="-"/>
              <a:defRPr/>
            </a:pPr>
            <a:r>
              <a:rPr lang="en-US" altLang="ko-KR" sz="3500" b="1">
                <a:latin typeface="+mn-ea"/>
                <a:cs typeface="LINE Seed Sans KR Regular"/>
              </a:rPr>
              <a:t>기대효과</a:t>
            </a:r>
            <a:endParaRPr lang="en-US" altLang="ko-KR" sz="3500">
              <a:latin typeface="+mn-ea"/>
              <a:cs typeface="LINE Seed Sans KR Regular"/>
            </a:endParaRPr>
          </a:p>
          <a:p>
            <a:pPr marL="571500" lvl="0" indent="-571500">
              <a:buFontTx/>
              <a:buChar char="-"/>
              <a:defRPr/>
            </a:pPr>
            <a:endParaRPr lang="en-US" altLang="ko-KR" sz="3500">
              <a:latin typeface="+mn-ea"/>
              <a:cs typeface="LINE Seed Sans KR Regular"/>
            </a:endParaRPr>
          </a:p>
          <a:p>
            <a:pPr marL="499800" lvl="0" indent="-499800">
              <a:buFont typeface="Arial"/>
              <a:buChar char="•"/>
              <a:defRPr/>
            </a:pPr>
            <a:r>
              <a:rPr lang="en-US" altLang="ko-KR" sz="3500" b="1">
                <a:latin typeface="+mn-ea"/>
                <a:cs typeface="LINE Seed Sans KR Regular"/>
              </a:rPr>
              <a:t>지자체 AI 서비스 적용</a:t>
            </a:r>
            <a:r>
              <a:rPr lang="en-US" altLang="ko-KR" sz="3500">
                <a:latin typeface="+mn-ea"/>
                <a:cs typeface="LINE Seed Sans KR Regular"/>
              </a:rPr>
              <a:t>: 제한된</a:t>
            </a:r>
            <a:r>
              <a:rPr lang="ko-KR" altLang="en-US" sz="3500">
                <a:latin typeface="+mn-ea"/>
                <a:cs typeface="LINE Seed Sans KR Regular"/>
              </a:rPr>
              <a:t> </a:t>
            </a:r>
            <a:r>
              <a:rPr lang="en-US" altLang="ko-KR" sz="3500">
                <a:latin typeface="+mn-ea"/>
                <a:cs typeface="LINE Seed Sans KR Regular"/>
              </a:rPr>
              <a:t>환경에서구현 가능하여 다른 지방자치단체의 유사 서비스 도입에 활용 가능.</a:t>
            </a:r>
            <a:endParaRPr lang="en-US" altLang="ko-KR" sz="3500">
              <a:latin typeface="+mn-ea"/>
              <a:cs typeface="LINE Seed Sans KR Regular"/>
            </a:endParaRPr>
          </a:p>
          <a:p>
            <a:pPr marL="571500" lvl="0" indent="-571500">
              <a:buFont typeface="Arial"/>
              <a:buChar char="•"/>
              <a:defRPr/>
            </a:pPr>
            <a:endParaRPr lang="en-US" altLang="ko-KR" sz="3500">
              <a:latin typeface="+mn-ea"/>
              <a:cs typeface="LINE Seed Sans KR Regular"/>
            </a:endParaRPr>
          </a:p>
          <a:p>
            <a:pPr marL="499800" lvl="0" indent="-499800">
              <a:buFont typeface="Arial"/>
              <a:buChar char="•"/>
              <a:defRPr/>
            </a:pPr>
            <a:r>
              <a:rPr lang="en-US" altLang="ko-KR" sz="3500" b="1">
                <a:latin typeface="+mn-ea"/>
                <a:cs typeface="LINE Seed Sans KR Regular"/>
              </a:rPr>
              <a:t>시민 중심 정보 제공</a:t>
            </a:r>
            <a:r>
              <a:rPr lang="en-US" altLang="ko-KR" sz="3500">
                <a:latin typeface="+mn-ea"/>
                <a:cs typeface="LINE Seed Sans KR Regular"/>
              </a:rPr>
              <a:t>: </a:t>
            </a:r>
            <a:br>
              <a:rPr lang="ko-KR" altLang="en-US" sz="3500">
                <a:latin typeface="+mn-ea"/>
                <a:cs typeface="LINE Seed Sans KR Regular"/>
              </a:rPr>
            </a:br>
            <a:r>
              <a:rPr lang="en-US" altLang="ko-KR" sz="3500">
                <a:latin typeface="+mn-ea"/>
                <a:cs typeface="LINE Seed Sans KR Regular"/>
              </a:rPr>
              <a:t>정확하고 신뢰성 높은 정보 제공으로 행정 효율성 및 시민 만족도 제고 기대.</a:t>
            </a:r>
            <a:endParaRPr lang="en-US" altLang="ko-KR" sz="3500">
              <a:latin typeface="+mn-ea"/>
              <a:cs typeface="LINE Seed Sans KR Regular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519032-DB3A-29E6-C3E0-E1CB2671AD2E}"/>
              </a:ext>
            </a:extLst>
          </p:cNvPr>
          <p:cNvSpPr txBox="1"/>
          <p:nvPr/>
        </p:nvSpPr>
        <p:spPr>
          <a:xfrm>
            <a:off x="11692266" y="19371709"/>
            <a:ext cx="41376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latin typeface="+mn-ea"/>
                <a:cs typeface="LINE Seed Sans KR Bold" panose="020B0603020203020204" pitchFamily="50" charset="-127"/>
              </a:rPr>
              <a:t>결론 및 참고문헌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92265" y="20514080"/>
            <a:ext cx="9052860" cy="11392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0" indent="-571500">
              <a:buFontTx/>
              <a:buChar char="-"/>
              <a:defRPr/>
            </a:pPr>
            <a:r>
              <a:rPr lang="ko-KR" altLang="en-US" sz="3500" b="1">
                <a:latin typeface="+mn-ea"/>
                <a:cs typeface="LINE Seed Sans KR Regular"/>
              </a:rPr>
              <a:t>결론</a:t>
            </a:r>
            <a:r>
              <a:rPr lang="ko-KR" altLang="en-US" sz="3500">
                <a:latin typeface="+mn-ea"/>
                <a:cs typeface="LINE Seed Sans KR Regular"/>
              </a:rPr>
              <a:t>: </a:t>
            </a:r>
            <a:br>
              <a:rPr lang="ko-KR" altLang="en-US" sz="3500">
                <a:latin typeface="+mn-ea"/>
                <a:cs typeface="LINE Seed Sans KR Regular"/>
              </a:rPr>
            </a:br>
            <a:r>
              <a:rPr lang="ko-KR" altLang="en-US" sz="3500">
                <a:latin typeface="+mn-ea"/>
                <a:cs typeface="LINE Seed Sans KR Regular"/>
              </a:rPr>
              <a:t> 본 연구는 LLM에 4단계 환각 최소화 RAG 파이프라인을 결합하여, 환각률 1.8%, 정확도 91.2%를 달성한 신뢰성 높은 부산시 정책 지원 챗봇 서비스를 성공적으로 구현함.</a:t>
            </a:r>
            <a:endParaRPr lang="ko-KR" altLang="en-US" sz="3500">
              <a:latin typeface="+mn-ea"/>
              <a:cs typeface="LINE Seed Sans KR Regular"/>
            </a:endParaRPr>
          </a:p>
          <a:p>
            <a:pPr marL="0" lvl="0" indent="0">
              <a:buFontTx/>
              <a:buNone/>
              <a:defRPr/>
            </a:pPr>
            <a:endParaRPr lang="ko-KR" altLang="en-US" sz="1400">
              <a:latin typeface="+mn-ea"/>
              <a:cs typeface="LINE Seed Sans KR Regular"/>
            </a:endParaRPr>
          </a:p>
          <a:p>
            <a:pPr marL="571500" lvl="0" indent="-571500">
              <a:buFontTx/>
              <a:buChar char="-"/>
              <a:defRPr/>
            </a:pPr>
            <a:r>
              <a:rPr lang="ko-KR" altLang="en-US" sz="3500" b="1">
                <a:latin typeface="+mn-ea"/>
                <a:cs typeface="LINE Seed Sans KR Regular"/>
              </a:rPr>
              <a:t>주요 참고문헌</a:t>
            </a:r>
            <a:endParaRPr lang="ko-KR" altLang="en-US" sz="3500">
              <a:latin typeface="+mn-ea"/>
              <a:cs typeface="LINE Seed Sans KR Regular"/>
            </a:endParaRPr>
          </a:p>
          <a:p>
            <a:pPr marL="571500" lvl="0" indent="-571500">
              <a:buFontTx/>
              <a:buChar char="-"/>
              <a:defRPr/>
            </a:pPr>
            <a:endParaRPr lang="ko-KR" altLang="en-US" sz="3500">
              <a:latin typeface="+mn-ea"/>
              <a:cs typeface="LINE Seed Sans KR Regular"/>
            </a:endParaRPr>
          </a:p>
          <a:p>
            <a:pPr marL="499800" lvl="0" indent="-499800">
              <a:buFont typeface="Arial"/>
              <a:buChar char="•"/>
              <a:defRPr/>
            </a:pPr>
            <a:r>
              <a:rPr lang="ko-KR" altLang="en-US" sz="3500" b="1">
                <a:latin typeface="+mn-ea"/>
                <a:cs typeface="LINE Seed Sans KR Regular"/>
              </a:rPr>
              <a:t>[1] </a:t>
            </a:r>
            <a:r>
              <a:rPr lang="ko-KR" altLang="en-US" sz="3500">
                <a:latin typeface="+mn-ea"/>
                <a:cs typeface="LINE Seed Sans KR Regular"/>
              </a:rPr>
              <a:t>박동아, “인공지능 기반 대화형 공공 행정 챗봇 서비스에 관한 연구,” 멀티미디어학회논문지, Vol.20, No.8, pp.1347–1356, 2017.</a:t>
            </a:r>
            <a:endParaRPr lang="ko-KR" altLang="en-US" sz="3500">
              <a:latin typeface="+mn-ea"/>
              <a:cs typeface="LINE Seed Sans KR Regular"/>
            </a:endParaRPr>
          </a:p>
          <a:p>
            <a:pPr marL="0" lvl="0" indent="0">
              <a:buFont typeface="Arial"/>
              <a:buNone/>
              <a:defRPr/>
            </a:pPr>
            <a:endParaRPr lang="ko-KR" altLang="en-US" sz="1400">
              <a:latin typeface="+mn-ea"/>
              <a:cs typeface="LINE Seed Sans KR Regular"/>
            </a:endParaRPr>
          </a:p>
          <a:p>
            <a:pPr marL="499800" lvl="0" indent="-499800">
              <a:buFont typeface="Arial"/>
              <a:buChar char="•"/>
              <a:defRPr/>
            </a:pPr>
            <a:r>
              <a:rPr lang="ko-KR" altLang="en-US" sz="3500" b="1">
                <a:latin typeface="+mn-ea"/>
                <a:cs typeface="LINE Seed Sans KR Regular"/>
              </a:rPr>
              <a:t>[2]</a:t>
            </a:r>
            <a:r>
              <a:rPr lang="ko-KR" altLang="en-US" sz="3500">
                <a:latin typeface="+mn-ea"/>
                <a:cs typeface="LINE Seed Sans KR Regular"/>
              </a:rPr>
              <a:t> Larsen, A. G., and Følstad, A., “The impact of chatbots on public service provision...,” Government Information Quarterly, Vol.41, 101927, 2024.</a:t>
            </a:r>
            <a:endParaRPr lang="ko-KR" altLang="en-US" sz="3500">
              <a:latin typeface="+mn-ea"/>
              <a:cs typeface="LINE Seed Sans KR Regular"/>
            </a:endParaRPr>
          </a:p>
          <a:p>
            <a:pPr marL="571500" lvl="0" indent="-571500">
              <a:buFont typeface="Arial"/>
              <a:buNone/>
              <a:defRPr/>
            </a:pPr>
            <a:endParaRPr lang="ko-KR" altLang="en-US" sz="1400">
              <a:latin typeface="+mn-ea"/>
              <a:cs typeface="LINE Seed Sans KR Regular"/>
            </a:endParaRPr>
          </a:p>
          <a:p>
            <a:pPr marL="499800" lvl="0" indent="-499800">
              <a:buFont typeface="Arial"/>
              <a:buChar char="•"/>
              <a:defRPr/>
            </a:pPr>
            <a:r>
              <a:rPr lang="ko-KR" altLang="en-US" sz="3500" b="1">
                <a:latin typeface="+mn-ea"/>
                <a:cs typeface="LINE Seed Sans KR Regular"/>
              </a:rPr>
              <a:t>[</a:t>
            </a:r>
            <a:r>
              <a:rPr lang="en-US" altLang="ko-KR" sz="3500" b="1">
                <a:latin typeface="+mn-ea"/>
                <a:cs typeface="LINE Seed Sans KR Regular"/>
              </a:rPr>
              <a:t>3</a:t>
            </a:r>
            <a:r>
              <a:rPr lang="ko-KR" altLang="en-US" sz="3500" b="1">
                <a:latin typeface="+mn-ea"/>
                <a:cs typeface="LINE Seed Sans KR Regular"/>
              </a:rPr>
              <a:t>]</a:t>
            </a:r>
            <a:r>
              <a:rPr lang="ko-KR" altLang="en-US" sz="3500">
                <a:latin typeface="+mn-ea"/>
                <a:cs typeface="LINE Seed Sans KR Regular"/>
              </a:rPr>
              <a:t> 이은빈, 배호, “검색 증강 생성(RAG) 기술의 최신 연구 동향에 대한 조사,” ASK 2024 학술발표대회 논문집, Vol.31, No.1, pp.745–748, 2024.</a:t>
            </a:r>
            <a:endParaRPr lang="ko-KR" altLang="en-US" sz="3500">
              <a:latin typeface="+mn-ea"/>
              <a:cs typeface="LINE Seed Sans KR Regular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B6B227AC-B9AF-1848-5E46-A1783AD0948A}"/>
              </a:ext>
            </a:extLst>
          </p:cNvPr>
          <p:cNvCxnSpPr/>
          <p:nvPr/>
        </p:nvCxnSpPr>
        <p:spPr>
          <a:xfrm>
            <a:off x="10871994" y="4328292"/>
            <a:ext cx="0" cy="28215458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712802" y="6912892"/>
            <a:ext cx="6897755" cy="2417591"/>
          </a:xfrm>
          <a:prstGeom prst="rect">
            <a:avLst/>
          </a:prstGeom>
        </p:spPr>
      </p:pic>
      <p:sp>
        <p:nvSpPr>
          <p:cNvPr id="43" name="TextBox 26"/>
          <p:cNvSpPr txBox="1"/>
          <p:nvPr/>
        </p:nvSpPr>
        <p:spPr>
          <a:xfrm>
            <a:off x="11692264" y="6244771"/>
            <a:ext cx="9052860" cy="11393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0" indent="-571500">
              <a:buFontTx/>
              <a:buChar char="-"/>
              <a:defRPr/>
            </a:pPr>
            <a:r>
              <a:rPr lang="ko-KR" altLang="en-US" sz="3500" b="1">
                <a:latin typeface="+mn-ea"/>
                <a:cs typeface="LINE Seed Sans KR Regular"/>
              </a:rPr>
              <a:t>시스템 아키텍처</a:t>
            </a:r>
            <a:endParaRPr lang="ko-KR" altLang="en-US" sz="3500">
              <a:latin typeface="+mn-ea"/>
              <a:cs typeface="LINE Seed Sans KR Regular"/>
            </a:endParaRPr>
          </a:p>
          <a:p>
            <a:pPr marL="571500" lvl="0" indent="-571500">
              <a:buFontTx/>
              <a:buChar char="-"/>
              <a:defRPr/>
            </a:pPr>
            <a:endParaRPr lang="ko-KR" altLang="en-US" sz="3500">
              <a:latin typeface="+mn-ea"/>
              <a:cs typeface="LINE Seed Sans KR Regular"/>
            </a:endParaRPr>
          </a:p>
          <a:p>
            <a:pPr marL="571500" lvl="0" indent="-571500">
              <a:buFontTx/>
              <a:buChar char="-"/>
              <a:defRPr/>
            </a:pPr>
            <a:endParaRPr lang="ko-KR" altLang="en-US" sz="3500">
              <a:latin typeface="+mn-ea"/>
              <a:cs typeface="LINE Seed Sans KR Regular"/>
            </a:endParaRPr>
          </a:p>
          <a:p>
            <a:pPr marL="571500" lvl="0" indent="-571500">
              <a:buFontTx/>
              <a:buChar char="-"/>
              <a:defRPr/>
            </a:pPr>
            <a:endParaRPr lang="ko-KR" altLang="en-US" sz="3500">
              <a:latin typeface="+mn-ea"/>
              <a:cs typeface="LINE Seed Sans KR Regular"/>
            </a:endParaRPr>
          </a:p>
          <a:p>
            <a:pPr marL="571500" lvl="0" indent="-571500">
              <a:buFontTx/>
              <a:buChar char="-"/>
              <a:defRPr/>
            </a:pPr>
            <a:endParaRPr lang="ko-KR" altLang="en-US" sz="3500">
              <a:latin typeface="+mn-ea"/>
              <a:cs typeface="LINE Seed Sans KR Regular"/>
            </a:endParaRPr>
          </a:p>
          <a:p>
            <a:pPr marL="0" lvl="0" indent="0">
              <a:buFontTx/>
              <a:buNone/>
              <a:defRPr/>
            </a:pPr>
            <a:endParaRPr lang="ko-KR" altLang="en-US" sz="3500">
              <a:latin typeface="+mn-ea"/>
              <a:cs typeface="LINE Seed Sans KR Regular"/>
            </a:endParaRPr>
          </a:p>
          <a:p>
            <a:pPr marL="0" lvl="0" indent="0">
              <a:buFontTx/>
              <a:buNone/>
              <a:defRPr/>
            </a:pPr>
            <a:r>
              <a:rPr lang="ko-KR" altLang="en-US" sz="3500" b="1">
                <a:latin typeface="+mn-ea"/>
                <a:cs typeface="LINE Seed Sans KR Regular"/>
              </a:rPr>
              <a:t>3 계층 구조: Dev → Package → Client</a:t>
            </a:r>
            <a:endParaRPr lang="ko-KR" altLang="en-US" sz="3500" b="1">
              <a:latin typeface="+mn-ea"/>
              <a:cs typeface="LINE Seed Sans KR Regular"/>
            </a:endParaRPr>
          </a:p>
          <a:p>
            <a:pPr marL="2050803" lvl="1" indent="-499800">
              <a:buFont typeface="Arial"/>
              <a:buChar char="•"/>
              <a:defRPr/>
            </a:pPr>
            <a:r>
              <a:rPr lang="ko-KR" altLang="en-US" sz="3500" b="1">
                <a:latin typeface="+mn-ea"/>
                <a:cs typeface="LINE Seed Sans KR Regular"/>
              </a:rPr>
              <a:t>Dev</a:t>
            </a:r>
            <a:r>
              <a:rPr lang="ko-KR" altLang="en-US" sz="3500">
                <a:latin typeface="+mn-ea"/>
                <a:cs typeface="LINE Seed Sans KR Regular"/>
              </a:rPr>
              <a:t>: 데이터 정제 </a:t>
            </a:r>
            <a:endParaRPr lang="ko-KR" altLang="en-US" sz="3500">
              <a:latin typeface="+mn-ea"/>
              <a:cs typeface="LINE Seed Sans KR Regular"/>
            </a:endParaRPr>
          </a:p>
          <a:p>
            <a:pPr marL="2050803" lvl="1" indent="-499800">
              <a:buFont typeface="Arial"/>
              <a:buChar char="•"/>
              <a:defRPr/>
            </a:pPr>
            <a:r>
              <a:rPr lang="ko-KR" altLang="en-US" sz="3500" b="1">
                <a:latin typeface="+mn-ea"/>
                <a:cs typeface="LINE Seed Sans KR Regular"/>
              </a:rPr>
              <a:t>Package</a:t>
            </a:r>
            <a:r>
              <a:rPr lang="ko-KR" altLang="en-US" sz="3500">
                <a:latin typeface="+mn-ea"/>
                <a:cs typeface="LINE Seed Sans KR Regular"/>
              </a:rPr>
              <a:t>: 저장·검색 </a:t>
            </a:r>
            <a:endParaRPr lang="ko-KR" altLang="en-US" sz="3500">
              <a:latin typeface="+mn-ea"/>
              <a:cs typeface="LINE Seed Sans KR Regular"/>
            </a:endParaRPr>
          </a:p>
          <a:p>
            <a:pPr marL="2050803" lvl="1" indent="-499800">
              <a:buFont typeface="Arial"/>
              <a:buChar char="•"/>
              <a:defRPr/>
            </a:pPr>
            <a:r>
              <a:rPr lang="ko-KR" altLang="en-US" sz="3500" b="1">
                <a:latin typeface="+mn-ea"/>
                <a:cs typeface="LINE Seed Sans KR Regular"/>
              </a:rPr>
              <a:t>Client</a:t>
            </a:r>
            <a:r>
              <a:rPr lang="ko-KR" altLang="en-US" sz="3500">
                <a:latin typeface="+mn-ea"/>
                <a:cs typeface="LINE Seed Sans KR Regular"/>
              </a:rPr>
              <a:t>: 챗봇 서비스 </a:t>
            </a:r>
            <a:endParaRPr lang="ko-KR" altLang="en-US" sz="3500">
              <a:latin typeface="+mn-ea"/>
              <a:cs typeface="LINE Seed Sans KR Regular"/>
            </a:endParaRPr>
          </a:p>
          <a:p>
            <a:pPr marL="1551003" lvl="1" indent="0">
              <a:buFont typeface="Arial"/>
              <a:buNone/>
              <a:defRPr/>
            </a:pPr>
            <a:endParaRPr lang="ko-KR" altLang="en-US" sz="1400">
              <a:latin typeface="+mn-ea"/>
              <a:cs typeface="LINE Seed Sans KR Regular"/>
            </a:endParaRPr>
          </a:p>
          <a:p>
            <a:pPr marL="0" lvl="0" indent="0">
              <a:buFontTx/>
              <a:buNone/>
              <a:defRPr/>
            </a:pPr>
            <a:r>
              <a:rPr lang="ko-KR" altLang="en-US" sz="3500" b="1">
                <a:latin typeface="+mn-ea"/>
                <a:cs typeface="LINE Seed Sans KR Regular"/>
              </a:rPr>
              <a:t>데이터 수집</a:t>
            </a:r>
            <a:r>
              <a:rPr lang="en-US" altLang="ko-KR" sz="3500" b="1">
                <a:latin typeface="+mn-ea"/>
                <a:cs typeface="LINE Seed Sans KR Regular"/>
              </a:rPr>
              <a:t>:</a:t>
            </a:r>
            <a:endParaRPr lang="en-US" altLang="ko-KR" sz="3500" b="1">
              <a:latin typeface="+mn-ea"/>
              <a:cs typeface="LINE Seed Sans KR Regular"/>
            </a:endParaRPr>
          </a:p>
          <a:p>
            <a:pPr marL="2050803" lvl="1" indent="-499800">
              <a:buFont typeface="Arial"/>
              <a:buChar char="•"/>
              <a:defRPr/>
            </a:pPr>
            <a:r>
              <a:rPr lang="ko-KR" altLang="en-US" sz="3500">
                <a:latin typeface="+mn-ea"/>
                <a:cs typeface="LINE Seed Sans KR Regular"/>
              </a:rPr>
              <a:t>부산시 정책 문서 8,247건</a:t>
            </a:r>
            <a:endParaRPr lang="ko-KR" altLang="en-US" sz="3500">
              <a:latin typeface="+mn-ea"/>
              <a:cs typeface="LINE Seed Sans KR Regular"/>
            </a:endParaRPr>
          </a:p>
          <a:p>
            <a:pPr marL="2050803" lvl="1" indent="-499800">
              <a:buFont typeface="Arial"/>
              <a:buChar char="•"/>
              <a:defRPr/>
            </a:pPr>
            <a:r>
              <a:rPr lang="ko-KR" altLang="en-US" sz="3500">
                <a:latin typeface="+mn-ea"/>
                <a:cs typeface="LINE Seed Sans KR Regular"/>
              </a:rPr>
              <a:t>리뷰 156,832건 수집</a:t>
            </a:r>
            <a:endParaRPr lang="ko-KR" altLang="en-US" sz="3500">
              <a:latin typeface="+mn-ea"/>
              <a:cs typeface="LINE Seed Sans KR Regular"/>
            </a:endParaRPr>
          </a:p>
          <a:p>
            <a:pPr marL="1551003" lvl="1" indent="0">
              <a:buFont typeface="Arial"/>
              <a:buNone/>
              <a:defRPr/>
            </a:pPr>
            <a:endParaRPr lang="ko-KR" altLang="en-US" sz="1400">
              <a:latin typeface="+mn-ea"/>
              <a:cs typeface="LINE Seed Sans KR Regular"/>
            </a:endParaRPr>
          </a:p>
          <a:p>
            <a:pPr marL="0" lvl="0" indent="0">
              <a:buFontTx/>
              <a:buNone/>
              <a:defRPr/>
            </a:pPr>
            <a:r>
              <a:rPr lang="ko-KR" altLang="en-US" sz="3500" b="1">
                <a:latin typeface="+mn-ea"/>
                <a:cs typeface="LINE Seed Sans KR Regular"/>
              </a:rPr>
              <a:t>정규화</a:t>
            </a:r>
            <a:r>
              <a:rPr lang="en-US" altLang="ko-KR" sz="3500" b="1">
                <a:latin typeface="+mn-ea"/>
                <a:cs typeface="LINE Seed Sans KR Regular"/>
              </a:rPr>
              <a:t>:</a:t>
            </a:r>
            <a:endParaRPr lang="ko-KR" altLang="en-US" sz="3500">
              <a:latin typeface="+mn-ea"/>
              <a:cs typeface="LINE Seed Sans KR Regular"/>
            </a:endParaRPr>
          </a:p>
          <a:p>
            <a:pPr marL="2050803" lvl="1" indent="-499800">
              <a:buFont typeface="Arial"/>
              <a:buChar char="•"/>
              <a:defRPr/>
            </a:pPr>
            <a:r>
              <a:rPr lang="ko-KR" altLang="en-US" sz="3500">
                <a:latin typeface="+mn-ea"/>
                <a:cs typeface="LINE Seed Sans KR Regular"/>
              </a:rPr>
              <a:t>Apache Spark로 노이즈 정규화</a:t>
            </a:r>
            <a:endParaRPr lang="ko-KR" altLang="en-US" sz="3500">
              <a:latin typeface="+mn-ea"/>
              <a:cs typeface="LINE Seed Sans KR Regular"/>
            </a:endParaRPr>
          </a:p>
          <a:p>
            <a:pPr marL="0" lvl="0" indent="0">
              <a:buFont typeface="Arial"/>
              <a:buNone/>
              <a:defRPr/>
            </a:pPr>
            <a:endParaRPr lang="ko-KR" altLang="en-US" sz="1400">
              <a:latin typeface="+mn-ea"/>
              <a:cs typeface="LINE Seed Sans KR Regular"/>
            </a:endParaRPr>
          </a:p>
          <a:p>
            <a:pPr marL="0" lvl="0" indent="0">
              <a:buNone/>
              <a:defRPr/>
            </a:pPr>
            <a:r>
              <a:rPr lang="ko-KR" altLang="en-US" sz="3500" b="1">
                <a:latin typeface="+mn-ea"/>
                <a:cs typeface="LINE Seed Sans KR Regular"/>
              </a:rPr>
              <a:t>4단계 </a:t>
            </a:r>
            <a:r>
              <a:rPr lang="en-US" altLang="ko-KR" sz="3500" b="1">
                <a:latin typeface="+mn-ea"/>
                <a:cs typeface="LINE Seed Sans KR Regular"/>
              </a:rPr>
              <a:t>RAG </a:t>
            </a:r>
            <a:r>
              <a:rPr lang="ko-KR" altLang="en-US" sz="3500" b="1">
                <a:latin typeface="+mn-ea"/>
                <a:cs typeface="LINE Seed Sans KR Regular"/>
              </a:rPr>
              <a:t>파이프라인 구조:</a:t>
            </a:r>
            <a:endParaRPr lang="ko-KR" altLang="en-US" sz="3500" b="1">
              <a:latin typeface="+mn-ea"/>
              <a:cs typeface="LINE Seed Sans KR Regular"/>
            </a:endParaRPr>
          </a:p>
          <a:p>
            <a:pPr marL="1551003" lvl="1" indent="0">
              <a:buNone/>
              <a:defRPr/>
            </a:pPr>
            <a:r>
              <a:rPr lang="ko-KR" altLang="en-US" sz="3500">
                <a:latin typeface="+mn-ea"/>
                <a:cs typeface="LINE Seed Sans KR Regular"/>
              </a:rPr>
              <a:t>① 다중 검색기 앙상블</a:t>
            </a:r>
            <a:endParaRPr lang="ko-KR" altLang="en-US" sz="3500">
              <a:latin typeface="+mn-ea"/>
              <a:cs typeface="LINE Seed Sans KR Regular"/>
            </a:endParaRPr>
          </a:p>
          <a:p>
            <a:pPr marL="1551003" lvl="1" indent="0">
              <a:buNone/>
              <a:defRPr/>
            </a:pPr>
            <a:r>
              <a:rPr lang="ko-KR" altLang="en-US" sz="3500">
                <a:latin typeface="+mn-ea"/>
                <a:cs typeface="LINE Seed Sans KR Regular"/>
              </a:rPr>
              <a:t>② 컨텍스트 검증</a:t>
            </a:r>
            <a:endParaRPr lang="ko-KR" altLang="en-US" sz="3500">
              <a:latin typeface="+mn-ea"/>
              <a:cs typeface="LINE Seed Sans KR Regular"/>
            </a:endParaRPr>
          </a:p>
          <a:p>
            <a:pPr marL="1551003" lvl="1" indent="0">
              <a:buNone/>
              <a:defRPr/>
            </a:pPr>
            <a:r>
              <a:rPr lang="ko-KR" altLang="en-US" sz="3500">
                <a:latin typeface="+mn-ea"/>
                <a:cs typeface="LINE Seed Sans KR Regular"/>
              </a:rPr>
              <a:t>③ 생성 제어</a:t>
            </a:r>
            <a:endParaRPr lang="ko-KR" altLang="en-US" sz="3500">
              <a:latin typeface="+mn-ea"/>
              <a:cs typeface="LINE Seed Sans KR Regular"/>
            </a:endParaRPr>
          </a:p>
          <a:p>
            <a:pPr marL="1551003" lvl="1" indent="0">
              <a:buNone/>
              <a:defRPr/>
            </a:pPr>
            <a:r>
              <a:rPr lang="ko-KR" altLang="en-US" sz="3500">
                <a:latin typeface="+mn-ea"/>
                <a:cs typeface="LINE Seed Sans KR Regular"/>
              </a:rPr>
              <a:t>④ 프롬프트 엔지니어링</a:t>
            </a:r>
            <a:endParaRPr lang="ko-KR" altLang="en-US" sz="3500">
              <a:latin typeface="+mn-ea"/>
              <a:cs typeface="LINE Seed Sans KR Regular"/>
            </a:endParaRPr>
          </a:p>
        </p:txBody>
      </p:sp>
      <p:pic>
        <p:nvPicPr>
          <p:cNvPr id="48" name="그림 4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489075" y="21191264"/>
            <a:ext cx="7814869" cy="433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369386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8100" cap="rnd">
          <a:solidFill>
            <a:srgbClr val="0000ff"/>
          </a:solidFill>
          <a:round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275</ep:Words>
  <ep:PresentationFormat>사용자 지정</ep:PresentationFormat>
  <ep:Paragraphs>73</ep:Paragraphs>
  <ep:Slides>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Office 테마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2016-04-12T03:00:40.000</dcterms:created>
  <dc:creator>admin</dc:creator>
  <cp:lastModifiedBy>tv365</cp:lastModifiedBy>
  <dcterms:modified xsi:type="dcterms:W3CDTF">2025-10-23T08:14:43.485</dcterms:modified>
  <cp:revision>157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